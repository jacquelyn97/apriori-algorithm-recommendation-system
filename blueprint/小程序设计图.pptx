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65" r:id="rId3"/>
    <p:sldId id="258" r:id="rId4"/>
    <p:sldId id="259" r:id="rId5"/>
    <p:sldId id="260" r:id="rId6"/>
    <p:sldId id="261" r:id="rId7"/>
    <p:sldId id="266" r:id="rId8"/>
    <p:sldId id="267" r:id="rId9"/>
    <p:sldId id="268" r:id="rId10"/>
    <p:sldId id="269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7E5"/>
    <a:srgbClr val="8C3202"/>
    <a:srgbClr val="28556E"/>
    <a:srgbClr val="2E617E"/>
    <a:srgbClr val="16303E"/>
    <a:srgbClr val="377699"/>
    <a:srgbClr val="FDEBD9"/>
    <a:srgbClr val="28201D"/>
    <a:srgbClr val="A47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388" autoAdjust="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FEF8AB-B671-41D0-9EE8-DDBA0C3FA735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B9B409-85FE-4F9D-97ED-C024CE6D0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359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https://qz.fkw.com/model/105-235.html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B9B409-85FE-4F9D-97ED-C024CE6D0BC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41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C303E-DFCD-B82B-067B-BD3BAC9E71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C65DD4-7FF1-7CAD-CA89-DB7BD4EB0D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9B873-74B2-8E6F-3E2E-782A5A99E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7B502-29BD-420C-B77E-CB07AB5715D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908C7-4C85-54A2-92EA-2FFA6B01C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6F3D7-FAE9-894A-1C71-48931406B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0156-98BF-487F-BFA4-CB832E395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06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B7F0C-0C02-8923-86CA-BECA49FF7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0CDBE-A63B-51F5-E772-3750F800B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3D1EB-D9B8-6A47-8F41-6D7A62C36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7B502-29BD-420C-B77E-CB07AB5715D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0DBCE-B4AB-F2A5-5679-321CBF39E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05D6A-9CC0-C406-662A-73BDAFBE1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0156-98BF-487F-BFA4-CB832E395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41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2122D-2F52-D72B-17E5-BEA2A8C6F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5A569-9376-1473-7080-AA89883F0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845E9-3004-4075-CD83-80BDD6CB5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7B502-29BD-420C-B77E-CB07AB5715D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D7C27-3439-30B7-5523-16E05D964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52D1F-20FC-0F62-38F3-D7FC52B8B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0156-98BF-487F-BFA4-CB832E395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233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4F1A5-0245-63B5-A730-95C0BECE7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4D923-1C51-1D1F-4D87-64D9889B91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6CCDCA-EEB3-D74C-3D7F-EDFE3EDEBC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400121-B740-8940-DAE6-CA4D3B896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7B502-29BD-420C-B77E-CB07AB5715D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AC1A33-CC54-5F6B-86A1-C2A48BD61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51F9DC-CB48-55D0-91CA-8A179202B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0156-98BF-487F-BFA4-CB832E395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778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A0B47-7A2C-2972-5EC8-E6C65B7FD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3E5BAE-0AC0-5BEF-FCAF-5CFFC921C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A73FCD-0BE1-DA92-F7CD-1CA63031F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C9E890-4B4F-EBA7-42A3-F09BF8BBFB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060821-0818-9DD1-F824-9D753AD91D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FD5309-FEA3-D080-7FB2-CFA7B10A9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7B502-29BD-420C-B77E-CB07AB5715D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A9D47D-2118-17C0-802C-925DA17FC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5A7E87-F5B1-0991-F9D8-D377E809D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0156-98BF-487F-BFA4-CB832E395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252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0DFE2-7286-DB83-CF26-48C010879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58B617-E56A-648A-D989-0B0D96A34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7B502-29BD-420C-B77E-CB07AB5715D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CFD171-2452-0616-5EA3-30251B708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9E666C-48C2-A29A-3619-59D1FBE7F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0156-98BF-487F-BFA4-CB832E395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804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D32761-72B1-01CF-2A8F-75B532362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7B502-29BD-420C-B77E-CB07AB5715D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FDDA7E-598C-D5D4-EAD3-0D2C84477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DD7E3-5FE5-3B5B-8D67-251D26B58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0156-98BF-487F-BFA4-CB832E395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48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7157D-9EC6-A3ED-5CE2-48AD9EF23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AF799-C55B-5A0E-B30E-6128601B9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3F9072-D119-A52D-D296-92D7BCD15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F300AD-C20D-9F7F-75E7-4A962BC38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7B502-29BD-420C-B77E-CB07AB5715D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6A2F7-77D6-C9DE-7328-49527A81D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DEC411-B286-C57D-73AA-4B5C77562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0156-98BF-487F-BFA4-CB832E395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64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243D9-D6E0-E230-60A5-2DF1F0384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9C3FAA-53B4-FFFB-C514-1B90FFBF0A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D012B1-E0B5-AD29-1549-6C2C03ABCB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DD93-A474-BFBE-9826-CB3748AF0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7B502-29BD-420C-B77E-CB07AB5715D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0BE30A-C00F-4BE2-6CFE-B91087101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A5DD79-DEF0-646C-221E-03C972902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0156-98BF-487F-BFA4-CB832E395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19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992DC-1584-9E5C-EB9A-A92932EB3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940A8C-E0A5-7254-CE03-B7EE4CAA9A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AA1AC-1FB6-18EB-B5F0-788D5B46F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7B502-29BD-420C-B77E-CB07AB5715D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8C9CF-2529-9AC4-43B4-5E0B80428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27A78-6A9A-5F36-0ACD-81FB0C2AD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0156-98BF-487F-BFA4-CB832E395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433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6DC3D5-DEC7-529D-5207-81E2B0A187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1F1BB0-FEBE-0583-6554-B2D6F70E57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A4255-208A-E36B-805B-DA67ADD9F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7B502-29BD-420C-B77E-CB07AB5715D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A97F0-B114-6DA4-DB73-9D6DB6233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BC795-B223-DB00-AF67-F143ADCD8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0156-98BF-487F-BFA4-CB832E395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012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28D7DF-FBBA-B5DB-A67F-0C8BAFE59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C3BAC6-AE14-EB98-973C-AE0FA682B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7FEB6-8649-7314-C02C-E1256D1D9D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B7B502-29BD-420C-B77E-CB07AB5715D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99AE6-BA52-C6E5-F63B-DAC6189BE5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EA83D-8CA4-A6A0-065F-AB252C44D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E90156-98BF-487F-BFA4-CB832E395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933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microsoft.com/office/2007/relationships/hdphoto" Target="../media/hdphoto1.wdp"/><Relationship Id="rId18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jpg"/><Relationship Id="rId12" Type="http://schemas.openxmlformats.org/officeDocument/2006/relationships/image" Target="../media/image23.png"/><Relationship Id="rId1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g"/><Relationship Id="rId11" Type="http://schemas.openxmlformats.org/officeDocument/2006/relationships/image" Target="../media/image22.png"/><Relationship Id="rId5" Type="http://schemas.openxmlformats.org/officeDocument/2006/relationships/image" Target="../media/image16.jpg"/><Relationship Id="rId15" Type="http://schemas.openxmlformats.org/officeDocument/2006/relationships/image" Target="../media/image4.png"/><Relationship Id="rId10" Type="http://schemas.openxmlformats.org/officeDocument/2006/relationships/image" Target="../media/image21.png"/><Relationship Id="rId19" Type="http://schemas.openxmlformats.org/officeDocument/2006/relationships/image" Target="../media/image25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/><Relationship Id="rId13" Type="http://schemas.openxmlformats.org/officeDocument/2006/relationships/image" Target="../media/image6.png"/><Relationship Id="rId3" Type="http://schemas.openxmlformats.org/officeDocument/2006/relationships/image" Target="../media/image25.png"/><Relationship Id="rId7" Type="http://schemas.openxmlformats.org/officeDocument/2006/relationships/image" Target="../media/image29.jpeg"/><Relationship Id="rId12" Type="http://schemas.openxmlformats.org/officeDocument/2006/relationships/image" Target="../media/image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jpeg"/><Relationship Id="rId11" Type="http://schemas.openxmlformats.org/officeDocument/2006/relationships/image" Target="../media/image4.png"/><Relationship Id="rId5" Type="http://schemas.openxmlformats.org/officeDocument/2006/relationships/image" Target="../media/image27.png"/><Relationship Id="rId10" Type="http://schemas.openxmlformats.org/officeDocument/2006/relationships/image" Target="../media/image7.png"/><Relationship Id="rId4" Type="http://schemas.openxmlformats.org/officeDocument/2006/relationships/image" Target="../media/image26.png"/><Relationship Id="rId9" Type="http://schemas.openxmlformats.org/officeDocument/2006/relationships/image" Target="../media/image3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5.png"/><Relationship Id="rId7" Type="http://schemas.openxmlformats.org/officeDocument/2006/relationships/image" Target="../media/image3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6.png"/><Relationship Id="rId5" Type="http://schemas.openxmlformats.org/officeDocument/2006/relationships/image" Target="../media/image27.png"/><Relationship Id="rId10" Type="http://schemas.openxmlformats.org/officeDocument/2006/relationships/image" Target="../media/image5.png"/><Relationship Id="rId4" Type="http://schemas.openxmlformats.org/officeDocument/2006/relationships/image" Target="../media/image26.png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6.png"/><Relationship Id="rId3" Type="http://schemas.openxmlformats.org/officeDocument/2006/relationships/image" Target="../media/image25.png"/><Relationship Id="rId7" Type="http://schemas.openxmlformats.org/officeDocument/2006/relationships/image" Target="../media/image35.png"/><Relationship Id="rId12" Type="http://schemas.openxmlformats.org/officeDocument/2006/relationships/image" Target="../media/image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4.png"/><Relationship Id="rId5" Type="http://schemas.openxmlformats.org/officeDocument/2006/relationships/image" Target="../media/image26.png"/><Relationship Id="rId10" Type="http://schemas.openxmlformats.org/officeDocument/2006/relationships/image" Target="../media/image7.png"/><Relationship Id="rId4" Type="http://schemas.openxmlformats.org/officeDocument/2006/relationships/image" Target="../media/image27.png"/><Relationship Id="rId9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5.png"/><Relationship Id="rId7" Type="http://schemas.openxmlformats.org/officeDocument/2006/relationships/image" Target="../media/image3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42.png"/><Relationship Id="rId5" Type="http://schemas.openxmlformats.org/officeDocument/2006/relationships/image" Target="../media/image5.png"/><Relationship Id="rId10" Type="http://schemas.openxmlformats.org/officeDocument/2006/relationships/image" Target="../media/image41.png"/><Relationship Id="rId4" Type="http://schemas.openxmlformats.org/officeDocument/2006/relationships/image" Target="../media/image4.png"/><Relationship Id="rId9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1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5.png"/><Relationship Id="rId7" Type="http://schemas.openxmlformats.org/officeDocument/2006/relationships/image" Target="../media/image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41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18" Type="http://schemas.openxmlformats.org/officeDocument/2006/relationships/image" Target="../media/image55.png"/><Relationship Id="rId3" Type="http://schemas.openxmlformats.org/officeDocument/2006/relationships/image" Target="../media/image25.png"/><Relationship Id="rId21" Type="http://schemas.openxmlformats.org/officeDocument/2006/relationships/image" Target="../media/image57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12.png"/><Relationship Id="rId25" Type="http://schemas.openxmlformats.org/officeDocument/2006/relationships/image" Target="../media/image10.png"/><Relationship Id="rId2" Type="http://schemas.openxmlformats.org/officeDocument/2006/relationships/image" Target="../media/image24.png"/><Relationship Id="rId16" Type="http://schemas.openxmlformats.org/officeDocument/2006/relationships/image" Target="../media/image54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24" Type="http://schemas.openxmlformats.org/officeDocument/2006/relationships/image" Target="../media/image5.png"/><Relationship Id="rId5" Type="http://schemas.openxmlformats.org/officeDocument/2006/relationships/image" Target="../media/image44.png"/><Relationship Id="rId15" Type="http://schemas.openxmlformats.org/officeDocument/2006/relationships/image" Target="../media/image53.png"/><Relationship Id="rId23" Type="http://schemas.openxmlformats.org/officeDocument/2006/relationships/image" Target="../media/image58.png"/><Relationship Id="rId10" Type="http://schemas.openxmlformats.org/officeDocument/2006/relationships/image" Target="../media/image49.png"/><Relationship Id="rId19" Type="http://schemas.openxmlformats.org/officeDocument/2006/relationships/image" Target="../media/image56.png"/><Relationship Id="rId4" Type="http://schemas.openxmlformats.org/officeDocument/2006/relationships/image" Target="../media/image33.png"/><Relationship Id="rId9" Type="http://schemas.openxmlformats.org/officeDocument/2006/relationships/image" Target="../media/image48.png"/><Relationship Id="rId14" Type="http://schemas.openxmlformats.org/officeDocument/2006/relationships/image" Target="../media/image11.png"/><Relationship Id="rId22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background with mountains and text&#10;&#10;AI-generated content may be incorrect.">
            <a:extLst>
              <a:ext uri="{FF2B5EF4-FFF2-40B4-BE49-F238E27FC236}">
                <a16:creationId xmlns:a16="http://schemas.microsoft.com/office/drawing/2014/main" id="{C754804F-345E-12F5-C918-474F18B3C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6402" y="254479"/>
            <a:ext cx="3459193" cy="6349042"/>
          </a:xfrm>
          <a:prstGeom prst="roundRect">
            <a:avLst>
              <a:gd name="adj" fmla="val 8188"/>
            </a:avLst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CE5B4AC-4583-3432-EA53-EE0C4BF2DDA0}"/>
              </a:ext>
            </a:extLst>
          </p:cNvPr>
          <p:cNvSpPr/>
          <p:nvPr/>
        </p:nvSpPr>
        <p:spPr>
          <a:xfrm>
            <a:off x="4366403" y="254479"/>
            <a:ext cx="3459193" cy="6349042"/>
          </a:xfrm>
          <a:prstGeom prst="roundRect">
            <a:avLst>
              <a:gd name="adj" fmla="val 744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681DE81-7DBF-3C8E-81E6-42321FB56366}"/>
              </a:ext>
            </a:extLst>
          </p:cNvPr>
          <p:cNvCxnSpPr/>
          <p:nvPr/>
        </p:nvCxnSpPr>
        <p:spPr>
          <a:xfrm>
            <a:off x="7660257" y="577970"/>
            <a:ext cx="7763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1B8134D-C561-6ACC-CA71-EB86D51F227C}"/>
              </a:ext>
            </a:extLst>
          </p:cNvPr>
          <p:cNvSpPr txBox="1"/>
          <p:nvPr/>
        </p:nvSpPr>
        <p:spPr>
          <a:xfrm>
            <a:off x="8462515" y="389577"/>
            <a:ext cx="15392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mainLogin.png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08F3CC1-EEA7-6AB6-A999-C8BCC40BE897}"/>
              </a:ext>
            </a:extLst>
          </p:cNvPr>
          <p:cNvSpPr/>
          <p:nvPr/>
        </p:nvSpPr>
        <p:spPr>
          <a:xfrm>
            <a:off x="5095334" y="4088920"/>
            <a:ext cx="2001328" cy="465827"/>
          </a:xfrm>
          <a:prstGeom prst="roundRect">
            <a:avLst>
              <a:gd name="adj" fmla="val 50000"/>
            </a:avLst>
          </a:prstGeom>
          <a:solidFill>
            <a:srgbClr val="519D6C"/>
          </a:solidFill>
          <a:ln w="19050">
            <a:solidFill>
              <a:srgbClr val="243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  一键登录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12" name="Picture 1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EBF5243-089D-9EBA-75EF-82ED26BEEC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0733" y="4163102"/>
            <a:ext cx="317461" cy="317461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2B02BEF-A206-828C-1CE9-DEE970714685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7096662" y="4321834"/>
            <a:ext cx="1084332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3542580-A544-0118-F96A-9C16918B7E77}"/>
              </a:ext>
            </a:extLst>
          </p:cNvPr>
          <p:cNvSpPr txBox="1"/>
          <p:nvPr/>
        </p:nvSpPr>
        <p:spPr>
          <a:xfrm>
            <a:off x="8267083" y="4119642"/>
            <a:ext cx="23951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button{radius:50%; </a:t>
            </a:r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background-color:rbg</a:t>
            </a:r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(81,157,108)}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BA254D6-6AE0-E5A5-CA7E-DF14C32CDB70}"/>
              </a:ext>
            </a:extLst>
          </p:cNvPr>
          <p:cNvCxnSpPr>
            <a:stCxn id="12" idx="1"/>
          </p:cNvCxnSpPr>
          <p:nvPr/>
        </p:nvCxnSpPr>
        <p:spPr>
          <a:xfrm flipH="1" flipV="1">
            <a:off x="3692106" y="4308035"/>
            <a:ext cx="1758627" cy="137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D6BD3E1-7818-F764-3B85-943061F3DF85}"/>
              </a:ext>
            </a:extLst>
          </p:cNvPr>
          <p:cNvSpPr txBox="1"/>
          <p:nvPr/>
        </p:nvSpPr>
        <p:spPr>
          <a:xfrm>
            <a:off x="2441878" y="4088920"/>
            <a:ext cx="12266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wechat.png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3BDF1E-75C4-C152-F8BA-C3A2330AE3A1}"/>
              </a:ext>
            </a:extLst>
          </p:cNvPr>
          <p:cNvSpPr txBox="1"/>
          <p:nvPr/>
        </p:nvSpPr>
        <p:spPr>
          <a:xfrm>
            <a:off x="0" y="0"/>
            <a:ext cx="1122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mainLogin</a:t>
            </a:r>
            <a:endParaRPr lang="en-US" altLang="zh-CN" sz="16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243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BCE5494-AD05-ACD3-4DFC-C35E90635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5770" y="1480518"/>
            <a:ext cx="228600" cy="228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5B871F7-F5DC-C3DA-8CC9-0CB0A7E3E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001" y="1478555"/>
            <a:ext cx="228600" cy="228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B661FB-BFDE-29BE-CD1E-796FEF8C40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06338" y="1473298"/>
            <a:ext cx="228600" cy="228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73981A-EC1F-07D4-4837-9C4F1CD53C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0825" y="1473298"/>
            <a:ext cx="228600" cy="228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3AF27A-75E1-46F6-B315-560A4E0848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85770" y="3007393"/>
            <a:ext cx="228600" cy="228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9BAA0B-3116-A0BD-EFDB-97AF95FE42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03001" y="3005696"/>
            <a:ext cx="228600" cy="2280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C3F937-3819-CE65-4826-3EA40EEAB0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06338" y="3000173"/>
            <a:ext cx="228600" cy="228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06F126-585D-0FFA-0B7E-045217A455D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90825" y="3000173"/>
            <a:ext cx="228600" cy="228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FF44885-CCAA-8BD0-51CE-9920ADB643E8}"/>
              </a:ext>
            </a:extLst>
          </p:cNvPr>
          <p:cNvSpPr txBox="1"/>
          <p:nvPr/>
        </p:nvSpPr>
        <p:spPr>
          <a:xfrm>
            <a:off x="0" y="0"/>
            <a:ext cx="4107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just for introduce the icon only</a:t>
            </a:r>
          </a:p>
          <a:p>
            <a:r>
              <a:rPr lang="zh-CN" altLang="en-US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❗</a:t>
            </a:r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no need to create one page for this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D5B164-509E-FFCD-32B7-44D2E358F6E4}"/>
              </a:ext>
            </a:extLst>
          </p:cNvPr>
          <p:cNvSpPr txBox="1"/>
          <p:nvPr/>
        </p:nvSpPr>
        <p:spPr>
          <a:xfrm>
            <a:off x="1411524" y="2012481"/>
            <a:ext cx="1018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home.png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875AE7-F50C-9CAC-5979-8FABDF50E51D}"/>
              </a:ext>
            </a:extLst>
          </p:cNvPr>
          <p:cNvSpPr txBox="1"/>
          <p:nvPr/>
        </p:nvSpPr>
        <p:spPr>
          <a:xfrm>
            <a:off x="994742" y="3537394"/>
            <a:ext cx="18517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home_clicked.png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A54C4C-B440-2D1C-E984-976C956F8042}"/>
              </a:ext>
            </a:extLst>
          </p:cNvPr>
          <p:cNvSpPr txBox="1"/>
          <p:nvPr/>
        </p:nvSpPr>
        <p:spPr>
          <a:xfrm>
            <a:off x="3938858" y="2012481"/>
            <a:ext cx="1018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menu.png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33F2B7-C0D6-9865-028B-A4C3852912C7}"/>
              </a:ext>
            </a:extLst>
          </p:cNvPr>
          <p:cNvSpPr txBox="1"/>
          <p:nvPr/>
        </p:nvSpPr>
        <p:spPr>
          <a:xfrm>
            <a:off x="3574175" y="3537394"/>
            <a:ext cx="18517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menu_clicked.png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EEDD0C-3737-4066-CDDC-5C9AC9F6BC5F}"/>
              </a:ext>
            </a:extLst>
          </p:cNvPr>
          <p:cNvSpPr txBox="1"/>
          <p:nvPr/>
        </p:nvSpPr>
        <p:spPr>
          <a:xfrm>
            <a:off x="6456089" y="2010518"/>
            <a:ext cx="1122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order.png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D7F428-4A6A-4546-E7BA-D1E66B036FA3}"/>
              </a:ext>
            </a:extLst>
          </p:cNvPr>
          <p:cNvSpPr txBox="1"/>
          <p:nvPr/>
        </p:nvSpPr>
        <p:spPr>
          <a:xfrm>
            <a:off x="6153608" y="3537394"/>
            <a:ext cx="1955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order_clicked.png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D32405-F75D-4F3E-8049-8C7050261735}"/>
              </a:ext>
            </a:extLst>
          </p:cNvPr>
          <p:cNvSpPr txBox="1"/>
          <p:nvPr/>
        </p:nvSpPr>
        <p:spPr>
          <a:xfrm>
            <a:off x="9139718" y="2012481"/>
            <a:ext cx="1330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profile.png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254146-4BF4-C1A8-E531-6D802A771C08}"/>
              </a:ext>
            </a:extLst>
          </p:cNvPr>
          <p:cNvSpPr txBox="1"/>
          <p:nvPr/>
        </p:nvSpPr>
        <p:spPr>
          <a:xfrm>
            <a:off x="8837237" y="3537394"/>
            <a:ext cx="21643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profile_clicked.png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0304C95-5DD8-DA77-5712-7EB80FFC14B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8718" y="4649672"/>
            <a:ext cx="274320" cy="27432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86FCDCD-84FA-F87D-A088-2BEFD2B11C1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40049" y="4647709"/>
            <a:ext cx="274320" cy="27432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44B6DCA-F888-D58C-5264-3AEA45360A0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94440" y="4647709"/>
            <a:ext cx="274320" cy="27432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A988696-EA05-C80D-C8AD-86C18767FFA6}"/>
              </a:ext>
            </a:extLst>
          </p:cNvPr>
          <p:cNvSpPr txBox="1"/>
          <p:nvPr/>
        </p:nvSpPr>
        <p:spPr>
          <a:xfrm>
            <a:off x="1247609" y="5208662"/>
            <a:ext cx="1330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p-topUp.png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5BBC15-BA89-C06D-15EA-5A4CB4A97A62}"/>
              </a:ext>
            </a:extLst>
          </p:cNvPr>
          <p:cNvSpPr txBox="1"/>
          <p:nvPr/>
        </p:nvSpPr>
        <p:spPr>
          <a:xfrm>
            <a:off x="3827042" y="5208662"/>
            <a:ext cx="1330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p-score.png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FD1C2C-DD2C-CC1D-EAA2-1E3AB75C682A}"/>
              </a:ext>
            </a:extLst>
          </p:cNvPr>
          <p:cNvSpPr txBox="1"/>
          <p:nvPr/>
        </p:nvSpPr>
        <p:spPr>
          <a:xfrm>
            <a:off x="6361998" y="5208662"/>
            <a:ext cx="15392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p-message.png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9752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91CBD5B-BFC0-82B4-E9F9-92E6FAEDFD2A}"/>
              </a:ext>
            </a:extLst>
          </p:cNvPr>
          <p:cNvSpPr/>
          <p:nvPr/>
        </p:nvSpPr>
        <p:spPr>
          <a:xfrm>
            <a:off x="2028654" y="1577342"/>
            <a:ext cx="3459193" cy="5026176"/>
          </a:xfrm>
          <a:prstGeom prst="roundRect">
            <a:avLst>
              <a:gd name="adj" fmla="val 7195"/>
            </a:avLst>
          </a:prstGeom>
          <a:solidFill>
            <a:srgbClr val="EAFF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A cartoon of a drink&#10;&#10;AI-generated content may be incorrect.">
            <a:extLst>
              <a:ext uri="{FF2B5EF4-FFF2-40B4-BE49-F238E27FC236}">
                <a16:creationId xmlns:a16="http://schemas.microsoft.com/office/drawing/2014/main" id="{03B9CA7B-A06A-0D67-4C99-2137B87023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8655" y="252615"/>
            <a:ext cx="3459193" cy="1945004"/>
          </a:xfrm>
          <a:prstGeom prst="roundRect">
            <a:avLst>
              <a:gd name="adj" fmla="val 12358"/>
            </a:avLst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FAE5F96-E42D-2E49-B00A-804B7C0460BA}"/>
              </a:ext>
            </a:extLst>
          </p:cNvPr>
          <p:cNvCxnSpPr/>
          <p:nvPr/>
        </p:nvCxnSpPr>
        <p:spPr>
          <a:xfrm>
            <a:off x="5322509" y="1061047"/>
            <a:ext cx="7763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4FEF096-5F0D-18D6-A9DA-653DD57E802E}"/>
              </a:ext>
            </a:extLst>
          </p:cNvPr>
          <p:cNvSpPr txBox="1"/>
          <p:nvPr/>
        </p:nvSpPr>
        <p:spPr>
          <a:xfrm>
            <a:off x="6124767" y="872654"/>
            <a:ext cx="23727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programBackground.png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F1AEC60-8409-6AB2-5700-BA59C36A0890}"/>
              </a:ext>
            </a:extLst>
          </p:cNvPr>
          <p:cNvSpPr/>
          <p:nvPr/>
        </p:nvSpPr>
        <p:spPr>
          <a:xfrm>
            <a:off x="2224187" y="1944104"/>
            <a:ext cx="3066118" cy="119533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126A38A-ABBA-55E7-5236-DFCFA9F80D29}"/>
              </a:ext>
            </a:extLst>
          </p:cNvPr>
          <p:cNvSpPr/>
          <p:nvPr/>
        </p:nvSpPr>
        <p:spPr>
          <a:xfrm>
            <a:off x="2224187" y="3244250"/>
            <a:ext cx="3068127" cy="2780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E98019-565C-8B4F-41E3-36BA43C5515B}"/>
              </a:ext>
            </a:extLst>
          </p:cNvPr>
          <p:cNvSpPr txBox="1"/>
          <p:nvPr/>
        </p:nvSpPr>
        <p:spPr>
          <a:xfrm>
            <a:off x="2516918" y="3236627"/>
            <a:ext cx="14288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latin typeface="FangSong" panose="02010609060101010101" pitchFamily="49" charset="-122"/>
                <a:ea typeface="FangSong" panose="02010609060101010101" pitchFamily="49" charset="-122"/>
              </a:rPr>
              <a:t>本店新品</a:t>
            </a:r>
            <a:r>
              <a:rPr lang="en-US" altLang="zh-CN" sz="1100" b="1" dirty="0">
                <a:latin typeface="FangSong" panose="02010609060101010101" pitchFamily="49" charset="-122"/>
                <a:ea typeface="FangSong" panose="02010609060101010101" pitchFamily="49" charset="-122"/>
              </a:rPr>
              <a:t>…</a:t>
            </a:r>
            <a:endParaRPr lang="en-US" sz="11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F775EB-E3FA-483F-2757-0141FD19B66E}"/>
              </a:ext>
            </a:extLst>
          </p:cNvPr>
          <p:cNvSpPr txBox="1"/>
          <p:nvPr/>
        </p:nvSpPr>
        <p:spPr>
          <a:xfrm>
            <a:off x="0" y="0"/>
            <a:ext cx="705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index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31F9744-61F6-7A6F-38D5-1537C5DC74A4}"/>
              </a:ext>
            </a:extLst>
          </p:cNvPr>
          <p:cNvSpPr/>
          <p:nvPr/>
        </p:nvSpPr>
        <p:spPr>
          <a:xfrm>
            <a:off x="2223922" y="3622018"/>
            <a:ext cx="985690" cy="1118867"/>
          </a:xfrm>
          <a:custGeom>
            <a:avLst/>
            <a:gdLst>
              <a:gd name="connsiteX0" fmla="*/ 0 w 897148"/>
              <a:gd name="connsiteY0" fmla="*/ 149528 h 1104182"/>
              <a:gd name="connsiteX1" fmla="*/ 149528 w 897148"/>
              <a:gd name="connsiteY1" fmla="*/ 0 h 1104182"/>
              <a:gd name="connsiteX2" fmla="*/ 747620 w 897148"/>
              <a:gd name="connsiteY2" fmla="*/ 0 h 1104182"/>
              <a:gd name="connsiteX3" fmla="*/ 897148 w 897148"/>
              <a:gd name="connsiteY3" fmla="*/ 149528 h 1104182"/>
              <a:gd name="connsiteX4" fmla="*/ 897148 w 897148"/>
              <a:gd name="connsiteY4" fmla="*/ 954654 h 1104182"/>
              <a:gd name="connsiteX5" fmla="*/ 747620 w 897148"/>
              <a:gd name="connsiteY5" fmla="*/ 1104182 h 1104182"/>
              <a:gd name="connsiteX6" fmla="*/ 149528 w 897148"/>
              <a:gd name="connsiteY6" fmla="*/ 1104182 h 1104182"/>
              <a:gd name="connsiteX7" fmla="*/ 0 w 897148"/>
              <a:gd name="connsiteY7" fmla="*/ 954654 h 1104182"/>
              <a:gd name="connsiteX8" fmla="*/ 0 w 897148"/>
              <a:gd name="connsiteY8" fmla="*/ 149528 h 1104182"/>
              <a:gd name="connsiteX0" fmla="*/ 0 w 897148"/>
              <a:gd name="connsiteY0" fmla="*/ 154608 h 1109262"/>
              <a:gd name="connsiteX1" fmla="*/ 149528 w 897148"/>
              <a:gd name="connsiteY1" fmla="*/ 5080 h 1109262"/>
              <a:gd name="connsiteX2" fmla="*/ 813660 w 897148"/>
              <a:gd name="connsiteY2" fmla="*/ 0 h 1109262"/>
              <a:gd name="connsiteX3" fmla="*/ 897148 w 897148"/>
              <a:gd name="connsiteY3" fmla="*/ 154608 h 1109262"/>
              <a:gd name="connsiteX4" fmla="*/ 897148 w 897148"/>
              <a:gd name="connsiteY4" fmla="*/ 959734 h 1109262"/>
              <a:gd name="connsiteX5" fmla="*/ 747620 w 897148"/>
              <a:gd name="connsiteY5" fmla="*/ 1109262 h 1109262"/>
              <a:gd name="connsiteX6" fmla="*/ 149528 w 897148"/>
              <a:gd name="connsiteY6" fmla="*/ 1109262 h 1109262"/>
              <a:gd name="connsiteX7" fmla="*/ 0 w 897148"/>
              <a:gd name="connsiteY7" fmla="*/ 959734 h 1109262"/>
              <a:gd name="connsiteX8" fmla="*/ 0 w 897148"/>
              <a:gd name="connsiteY8" fmla="*/ 154608 h 1109262"/>
              <a:gd name="connsiteX0" fmla="*/ 0 w 899133"/>
              <a:gd name="connsiteY0" fmla="*/ 159688 h 1114342"/>
              <a:gd name="connsiteX1" fmla="*/ 149528 w 899133"/>
              <a:gd name="connsiteY1" fmla="*/ 10160 h 1114342"/>
              <a:gd name="connsiteX2" fmla="*/ 833980 w 899133"/>
              <a:gd name="connsiteY2" fmla="*/ 0 h 1114342"/>
              <a:gd name="connsiteX3" fmla="*/ 897148 w 899133"/>
              <a:gd name="connsiteY3" fmla="*/ 159688 h 1114342"/>
              <a:gd name="connsiteX4" fmla="*/ 897148 w 899133"/>
              <a:gd name="connsiteY4" fmla="*/ 964814 h 1114342"/>
              <a:gd name="connsiteX5" fmla="*/ 747620 w 899133"/>
              <a:gd name="connsiteY5" fmla="*/ 1114342 h 1114342"/>
              <a:gd name="connsiteX6" fmla="*/ 149528 w 899133"/>
              <a:gd name="connsiteY6" fmla="*/ 1114342 h 1114342"/>
              <a:gd name="connsiteX7" fmla="*/ 0 w 899133"/>
              <a:gd name="connsiteY7" fmla="*/ 964814 h 1114342"/>
              <a:gd name="connsiteX8" fmla="*/ 0 w 899133"/>
              <a:gd name="connsiteY8" fmla="*/ 159688 h 1114342"/>
              <a:gd name="connsiteX0" fmla="*/ 0 w 899133"/>
              <a:gd name="connsiteY0" fmla="*/ 161673 h 1116327"/>
              <a:gd name="connsiteX1" fmla="*/ 149528 w 899133"/>
              <a:gd name="connsiteY1" fmla="*/ 12145 h 1116327"/>
              <a:gd name="connsiteX2" fmla="*/ 833980 w 899133"/>
              <a:gd name="connsiteY2" fmla="*/ 1985 h 1116327"/>
              <a:gd name="connsiteX3" fmla="*/ 897148 w 899133"/>
              <a:gd name="connsiteY3" fmla="*/ 65153 h 1116327"/>
              <a:gd name="connsiteX4" fmla="*/ 897148 w 899133"/>
              <a:gd name="connsiteY4" fmla="*/ 966799 h 1116327"/>
              <a:gd name="connsiteX5" fmla="*/ 747620 w 899133"/>
              <a:gd name="connsiteY5" fmla="*/ 1116327 h 1116327"/>
              <a:gd name="connsiteX6" fmla="*/ 149528 w 899133"/>
              <a:gd name="connsiteY6" fmla="*/ 1116327 h 1116327"/>
              <a:gd name="connsiteX7" fmla="*/ 0 w 899133"/>
              <a:gd name="connsiteY7" fmla="*/ 966799 h 1116327"/>
              <a:gd name="connsiteX8" fmla="*/ 0 w 899133"/>
              <a:gd name="connsiteY8" fmla="*/ 161673 h 1116327"/>
              <a:gd name="connsiteX0" fmla="*/ 0 w 899133"/>
              <a:gd name="connsiteY0" fmla="*/ 161673 h 1116327"/>
              <a:gd name="connsiteX1" fmla="*/ 233348 w 899133"/>
              <a:gd name="connsiteY1" fmla="*/ 9605 h 1116327"/>
              <a:gd name="connsiteX2" fmla="*/ 833980 w 899133"/>
              <a:gd name="connsiteY2" fmla="*/ 1985 h 1116327"/>
              <a:gd name="connsiteX3" fmla="*/ 897148 w 899133"/>
              <a:gd name="connsiteY3" fmla="*/ 65153 h 1116327"/>
              <a:gd name="connsiteX4" fmla="*/ 897148 w 899133"/>
              <a:gd name="connsiteY4" fmla="*/ 966799 h 1116327"/>
              <a:gd name="connsiteX5" fmla="*/ 747620 w 899133"/>
              <a:gd name="connsiteY5" fmla="*/ 1116327 h 1116327"/>
              <a:gd name="connsiteX6" fmla="*/ 149528 w 899133"/>
              <a:gd name="connsiteY6" fmla="*/ 1116327 h 1116327"/>
              <a:gd name="connsiteX7" fmla="*/ 0 w 899133"/>
              <a:gd name="connsiteY7" fmla="*/ 966799 h 1116327"/>
              <a:gd name="connsiteX8" fmla="*/ 0 w 899133"/>
              <a:gd name="connsiteY8" fmla="*/ 161673 h 1116327"/>
              <a:gd name="connsiteX0" fmla="*/ 0 w 899133"/>
              <a:gd name="connsiteY0" fmla="*/ 240413 h 1116327"/>
              <a:gd name="connsiteX1" fmla="*/ 233348 w 899133"/>
              <a:gd name="connsiteY1" fmla="*/ 9605 h 1116327"/>
              <a:gd name="connsiteX2" fmla="*/ 833980 w 899133"/>
              <a:gd name="connsiteY2" fmla="*/ 1985 h 1116327"/>
              <a:gd name="connsiteX3" fmla="*/ 897148 w 899133"/>
              <a:gd name="connsiteY3" fmla="*/ 65153 h 1116327"/>
              <a:gd name="connsiteX4" fmla="*/ 897148 w 899133"/>
              <a:gd name="connsiteY4" fmla="*/ 966799 h 1116327"/>
              <a:gd name="connsiteX5" fmla="*/ 747620 w 899133"/>
              <a:gd name="connsiteY5" fmla="*/ 1116327 h 1116327"/>
              <a:gd name="connsiteX6" fmla="*/ 149528 w 899133"/>
              <a:gd name="connsiteY6" fmla="*/ 1116327 h 1116327"/>
              <a:gd name="connsiteX7" fmla="*/ 0 w 899133"/>
              <a:gd name="connsiteY7" fmla="*/ 966799 h 1116327"/>
              <a:gd name="connsiteX8" fmla="*/ 0 w 899133"/>
              <a:gd name="connsiteY8" fmla="*/ 240413 h 1116327"/>
              <a:gd name="connsiteX0" fmla="*/ 265 w 899398"/>
              <a:gd name="connsiteY0" fmla="*/ 240413 h 1116327"/>
              <a:gd name="connsiteX1" fmla="*/ 233613 w 899398"/>
              <a:gd name="connsiteY1" fmla="*/ 9605 h 1116327"/>
              <a:gd name="connsiteX2" fmla="*/ 834245 w 899398"/>
              <a:gd name="connsiteY2" fmla="*/ 1985 h 1116327"/>
              <a:gd name="connsiteX3" fmla="*/ 897413 w 899398"/>
              <a:gd name="connsiteY3" fmla="*/ 65153 h 1116327"/>
              <a:gd name="connsiteX4" fmla="*/ 897413 w 899398"/>
              <a:gd name="connsiteY4" fmla="*/ 966799 h 1116327"/>
              <a:gd name="connsiteX5" fmla="*/ 747885 w 899398"/>
              <a:gd name="connsiteY5" fmla="*/ 1116327 h 1116327"/>
              <a:gd name="connsiteX6" fmla="*/ 149793 w 899398"/>
              <a:gd name="connsiteY6" fmla="*/ 1116327 h 1116327"/>
              <a:gd name="connsiteX7" fmla="*/ 265 w 899398"/>
              <a:gd name="connsiteY7" fmla="*/ 966799 h 1116327"/>
              <a:gd name="connsiteX8" fmla="*/ 265 w 899398"/>
              <a:gd name="connsiteY8" fmla="*/ 240413 h 1116327"/>
              <a:gd name="connsiteX0" fmla="*/ 265 w 899398"/>
              <a:gd name="connsiteY0" fmla="*/ 240413 h 1116327"/>
              <a:gd name="connsiteX1" fmla="*/ 233613 w 899398"/>
              <a:gd name="connsiteY1" fmla="*/ 9605 h 1116327"/>
              <a:gd name="connsiteX2" fmla="*/ 834245 w 899398"/>
              <a:gd name="connsiteY2" fmla="*/ 1985 h 1116327"/>
              <a:gd name="connsiteX3" fmla="*/ 897413 w 899398"/>
              <a:gd name="connsiteY3" fmla="*/ 65153 h 1116327"/>
              <a:gd name="connsiteX4" fmla="*/ 897413 w 899398"/>
              <a:gd name="connsiteY4" fmla="*/ 966799 h 1116327"/>
              <a:gd name="connsiteX5" fmla="*/ 747885 w 899398"/>
              <a:gd name="connsiteY5" fmla="*/ 1116327 h 1116327"/>
              <a:gd name="connsiteX6" fmla="*/ 149793 w 899398"/>
              <a:gd name="connsiteY6" fmla="*/ 1116327 h 1116327"/>
              <a:gd name="connsiteX7" fmla="*/ 2805 w 899398"/>
              <a:gd name="connsiteY7" fmla="*/ 1012519 h 1116327"/>
              <a:gd name="connsiteX8" fmla="*/ 265 w 899398"/>
              <a:gd name="connsiteY8" fmla="*/ 240413 h 1116327"/>
              <a:gd name="connsiteX0" fmla="*/ 265 w 899398"/>
              <a:gd name="connsiteY0" fmla="*/ 240413 h 1118867"/>
              <a:gd name="connsiteX1" fmla="*/ 233613 w 899398"/>
              <a:gd name="connsiteY1" fmla="*/ 9605 h 1118867"/>
              <a:gd name="connsiteX2" fmla="*/ 834245 w 899398"/>
              <a:gd name="connsiteY2" fmla="*/ 1985 h 1118867"/>
              <a:gd name="connsiteX3" fmla="*/ 897413 w 899398"/>
              <a:gd name="connsiteY3" fmla="*/ 65153 h 1118867"/>
              <a:gd name="connsiteX4" fmla="*/ 897413 w 899398"/>
              <a:gd name="connsiteY4" fmla="*/ 966799 h 1118867"/>
              <a:gd name="connsiteX5" fmla="*/ 747885 w 899398"/>
              <a:gd name="connsiteY5" fmla="*/ 1116327 h 1118867"/>
              <a:gd name="connsiteX6" fmla="*/ 116773 w 899398"/>
              <a:gd name="connsiteY6" fmla="*/ 1118867 h 1118867"/>
              <a:gd name="connsiteX7" fmla="*/ 2805 w 899398"/>
              <a:gd name="connsiteY7" fmla="*/ 1012519 h 1118867"/>
              <a:gd name="connsiteX8" fmla="*/ 265 w 899398"/>
              <a:gd name="connsiteY8" fmla="*/ 240413 h 1118867"/>
              <a:gd name="connsiteX0" fmla="*/ 265 w 899398"/>
              <a:gd name="connsiteY0" fmla="*/ 240413 h 1118867"/>
              <a:gd name="connsiteX1" fmla="*/ 233613 w 899398"/>
              <a:gd name="connsiteY1" fmla="*/ 9605 h 1118867"/>
              <a:gd name="connsiteX2" fmla="*/ 834245 w 899398"/>
              <a:gd name="connsiteY2" fmla="*/ 1985 h 1118867"/>
              <a:gd name="connsiteX3" fmla="*/ 897413 w 899398"/>
              <a:gd name="connsiteY3" fmla="*/ 65153 h 1118867"/>
              <a:gd name="connsiteX4" fmla="*/ 897413 w 899398"/>
              <a:gd name="connsiteY4" fmla="*/ 966799 h 1118867"/>
              <a:gd name="connsiteX5" fmla="*/ 793605 w 899398"/>
              <a:gd name="connsiteY5" fmla="*/ 1113787 h 1118867"/>
              <a:gd name="connsiteX6" fmla="*/ 116773 w 899398"/>
              <a:gd name="connsiteY6" fmla="*/ 1118867 h 1118867"/>
              <a:gd name="connsiteX7" fmla="*/ 2805 w 899398"/>
              <a:gd name="connsiteY7" fmla="*/ 1012519 h 1118867"/>
              <a:gd name="connsiteX8" fmla="*/ 265 w 899398"/>
              <a:gd name="connsiteY8" fmla="*/ 240413 h 1118867"/>
              <a:gd name="connsiteX0" fmla="*/ 265 w 899398"/>
              <a:gd name="connsiteY0" fmla="*/ 240413 h 1118867"/>
              <a:gd name="connsiteX1" fmla="*/ 233613 w 899398"/>
              <a:gd name="connsiteY1" fmla="*/ 9605 h 1118867"/>
              <a:gd name="connsiteX2" fmla="*/ 834245 w 899398"/>
              <a:gd name="connsiteY2" fmla="*/ 1985 h 1118867"/>
              <a:gd name="connsiteX3" fmla="*/ 897413 w 899398"/>
              <a:gd name="connsiteY3" fmla="*/ 65153 h 1118867"/>
              <a:gd name="connsiteX4" fmla="*/ 897413 w 899398"/>
              <a:gd name="connsiteY4" fmla="*/ 1012519 h 1118867"/>
              <a:gd name="connsiteX5" fmla="*/ 793605 w 899398"/>
              <a:gd name="connsiteY5" fmla="*/ 1113787 h 1118867"/>
              <a:gd name="connsiteX6" fmla="*/ 116773 w 899398"/>
              <a:gd name="connsiteY6" fmla="*/ 1118867 h 1118867"/>
              <a:gd name="connsiteX7" fmla="*/ 2805 w 899398"/>
              <a:gd name="connsiteY7" fmla="*/ 1012519 h 1118867"/>
              <a:gd name="connsiteX8" fmla="*/ 265 w 899398"/>
              <a:gd name="connsiteY8" fmla="*/ 240413 h 1118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99398" h="1118867">
                <a:moveTo>
                  <a:pt x="265" y="240413"/>
                </a:moveTo>
                <a:cubicBezTo>
                  <a:pt x="-7355" y="38451"/>
                  <a:pt x="151031" y="9605"/>
                  <a:pt x="233613" y="9605"/>
                </a:cubicBezTo>
                <a:lnTo>
                  <a:pt x="834245" y="1985"/>
                </a:lnTo>
                <a:cubicBezTo>
                  <a:pt x="916827" y="1985"/>
                  <a:pt x="897413" y="-17429"/>
                  <a:pt x="897413" y="65153"/>
                </a:cubicBezTo>
                <a:lnTo>
                  <a:pt x="897413" y="1012519"/>
                </a:lnTo>
                <a:cubicBezTo>
                  <a:pt x="897413" y="1095101"/>
                  <a:pt x="876187" y="1113787"/>
                  <a:pt x="793605" y="1113787"/>
                </a:cubicBezTo>
                <a:lnTo>
                  <a:pt x="116773" y="1118867"/>
                </a:lnTo>
                <a:cubicBezTo>
                  <a:pt x="34191" y="1118867"/>
                  <a:pt x="2805" y="1095101"/>
                  <a:pt x="2805" y="1012519"/>
                </a:cubicBezTo>
                <a:cubicBezTo>
                  <a:pt x="1958" y="755150"/>
                  <a:pt x="1112" y="497782"/>
                  <a:pt x="265" y="240413"/>
                </a:cubicBezTo>
                <a:close/>
              </a:path>
            </a:pathLst>
          </a:custGeom>
          <a:solidFill>
            <a:srgbClr val="E6EBDE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black and white sound icon&#10;&#10;AI-generated content may be incorrect.">
            <a:extLst>
              <a:ext uri="{FF2B5EF4-FFF2-40B4-BE49-F238E27FC236}">
                <a16:creationId xmlns:a16="http://schemas.microsoft.com/office/drawing/2014/main" id="{88DE6DD0-34EF-47E9-B18E-5EF32F9F02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304717" y="3289124"/>
            <a:ext cx="186874" cy="186874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EE27DA5-FE08-B812-5429-EAB19AD3D770}"/>
              </a:ext>
            </a:extLst>
          </p:cNvPr>
          <p:cNvCxnSpPr>
            <a:cxnSpLocks/>
          </p:cNvCxnSpPr>
          <p:nvPr/>
        </p:nvCxnSpPr>
        <p:spPr>
          <a:xfrm flipH="1">
            <a:off x="1385139" y="3381676"/>
            <a:ext cx="9347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BFB0484-F088-878E-3292-3D3B84530B14}"/>
              </a:ext>
            </a:extLst>
          </p:cNvPr>
          <p:cNvSpPr txBox="1"/>
          <p:nvPr/>
        </p:nvSpPr>
        <p:spPr>
          <a:xfrm>
            <a:off x="118905" y="3168066"/>
            <a:ext cx="1330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speaker.png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297164B-620B-D847-5B13-34B85885C3F5}"/>
              </a:ext>
            </a:extLst>
          </p:cNvPr>
          <p:cNvCxnSpPr>
            <a:cxnSpLocks/>
          </p:cNvCxnSpPr>
          <p:nvPr/>
        </p:nvCxnSpPr>
        <p:spPr>
          <a:xfrm>
            <a:off x="3758000" y="2112935"/>
            <a:ext cx="252" cy="866485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F6F525C-951C-977B-5DCD-92450D73599A}"/>
              </a:ext>
            </a:extLst>
          </p:cNvPr>
          <p:cNvSpPr txBox="1"/>
          <p:nvPr/>
        </p:nvSpPr>
        <p:spPr>
          <a:xfrm>
            <a:off x="2539688" y="2702853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门店自取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BD0E2B1-7A5D-B243-87BC-723D94F9E53A}"/>
              </a:ext>
            </a:extLst>
          </p:cNvPr>
          <p:cNvSpPr txBox="1"/>
          <p:nvPr/>
        </p:nvSpPr>
        <p:spPr>
          <a:xfrm>
            <a:off x="4072873" y="270285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外卖点单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tangle: Rounded Corners 18">
            <a:extLst>
              <a:ext uri="{FF2B5EF4-FFF2-40B4-BE49-F238E27FC236}">
                <a16:creationId xmlns:a16="http://schemas.microsoft.com/office/drawing/2014/main" id="{085F9289-3A89-3397-C1FB-4CB3C307EDD7}"/>
              </a:ext>
            </a:extLst>
          </p:cNvPr>
          <p:cNvSpPr/>
          <p:nvPr/>
        </p:nvSpPr>
        <p:spPr>
          <a:xfrm>
            <a:off x="4298780" y="3622018"/>
            <a:ext cx="985690" cy="1118867"/>
          </a:xfrm>
          <a:custGeom>
            <a:avLst/>
            <a:gdLst>
              <a:gd name="connsiteX0" fmla="*/ 0 w 897148"/>
              <a:gd name="connsiteY0" fmla="*/ 149528 h 1104182"/>
              <a:gd name="connsiteX1" fmla="*/ 149528 w 897148"/>
              <a:gd name="connsiteY1" fmla="*/ 0 h 1104182"/>
              <a:gd name="connsiteX2" fmla="*/ 747620 w 897148"/>
              <a:gd name="connsiteY2" fmla="*/ 0 h 1104182"/>
              <a:gd name="connsiteX3" fmla="*/ 897148 w 897148"/>
              <a:gd name="connsiteY3" fmla="*/ 149528 h 1104182"/>
              <a:gd name="connsiteX4" fmla="*/ 897148 w 897148"/>
              <a:gd name="connsiteY4" fmla="*/ 954654 h 1104182"/>
              <a:gd name="connsiteX5" fmla="*/ 747620 w 897148"/>
              <a:gd name="connsiteY5" fmla="*/ 1104182 h 1104182"/>
              <a:gd name="connsiteX6" fmla="*/ 149528 w 897148"/>
              <a:gd name="connsiteY6" fmla="*/ 1104182 h 1104182"/>
              <a:gd name="connsiteX7" fmla="*/ 0 w 897148"/>
              <a:gd name="connsiteY7" fmla="*/ 954654 h 1104182"/>
              <a:gd name="connsiteX8" fmla="*/ 0 w 897148"/>
              <a:gd name="connsiteY8" fmla="*/ 149528 h 1104182"/>
              <a:gd name="connsiteX0" fmla="*/ 0 w 897148"/>
              <a:gd name="connsiteY0" fmla="*/ 154608 h 1109262"/>
              <a:gd name="connsiteX1" fmla="*/ 149528 w 897148"/>
              <a:gd name="connsiteY1" fmla="*/ 5080 h 1109262"/>
              <a:gd name="connsiteX2" fmla="*/ 813660 w 897148"/>
              <a:gd name="connsiteY2" fmla="*/ 0 h 1109262"/>
              <a:gd name="connsiteX3" fmla="*/ 897148 w 897148"/>
              <a:gd name="connsiteY3" fmla="*/ 154608 h 1109262"/>
              <a:gd name="connsiteX4" fmla="*/ 897148 w 897148"/>
              <a:gd name="connsiteY4" fmla="*/ 959734 h 1109262"/>
              <a:gd name="connsiteX5" fmla="*/ 747620 w 897148"/>
              <a:gd name="connsiteY5" fmla="*/ 1109262 h 1109262"/>
              <a:gd name="connsiteX6" fmla="*/ 149528 w 897148"/>
              <a:gd name="connsiteY6" fmla="*/ 1109262 h 1109262"/>
              <a:gd name="connsiteX7" fmla="*/ 0 w 897148"/>
              <a:gd name="connsiteY7" fmla="*/ 959734 h 1109262"/>
              <a:gd name="connsiteX8" fmla="*/ 0 w 897148"/>
              <a:gd name="connsiteY8" fmla="*/ 154608 h 1109262"/>
              <a:gd name="connsiteX0" fmla="*/ 0 w 899133"/>
              <a:gd name="connsiteY0" fmla="*/ 159688 h 1114342"/>
              <a:gd name="connsiteX1" fmla="*/ 149528 w 899133"/>
              <a:gd name="connsiteY1" fmla="*/ 10160 h 1114342"/>
              <a:gd name="connsiteX2" fmla="*/ 833980 w 899133"/>
              <a:gd name="connsiteY2" fmla="*/ 0 h 1114342"/>
              <a:gd name="connsiteX3" fmla="*/ 897148 w 899133"/>
              <a:gd name="connsiteY3" fmla="*/ 159688 h 1114342"/>
              <a:gd name="connsiteX4" fmla="*/ 897148 w 899133"/>
              <a:gd name="connsiteY4" fmla="*/ 964814 h 1114342"/>
              <a:gd name="connsiteX5" fmla="*/ 747620 w 899133"/>
              <a:gd name="connsiteY5" fmla="*/ 1114342 h 1114342"/>
              <a:gd name="connsiteX6" fmla="*/ 149528 w 899133"/>
              <a:gd name="connsiteY6" fmla="*/ 1114342 h 1114342"/>
              <a:gd name="connsiteX7" fmla="*/ 0 w 899133"/>
              <a:gd name="connsiteY7" fmla="*/ 964814 h 1114342"/>
              <a:gd name="connsiteX8" fmla="*/ 0 w 899133"/>
              <a:gd name="connsiteY8" fmla="*/ 159688 h 1114342"/>
              <a:gd name="connsiteX0" fmla="*/ 0 w 899133"/>
              <a:gd name="connsiteY0" fmla="*/ 161673 h 1116327"/>
              <a:gd name="connsiteX1" fmla="*/ 149528 w 899133"/>
              <a:gd name="connsiteY1" fmla="*/ 12145 h 1116327"/>
              <a:gd name="connsiteX2" fmla="*/ 833980 w 899133"/>
              <a:gd name="connsiteY2" fmla="*/ 1985 h 1116327"/>
              <a:gd name="connsiteX3" fmla="*/ 897148 w 899133"/>
              <a:gd name="connsiteY3" fmla="*/ 65153 h 1116327"/>
              <a:gd name="connsiteX4" fmla="*/ 897148 w 899133"/>
              <a:gd name="connsiteY4" fmla="*/ 966799 h 1116327"/>
              <a:gd name="connsiteX5" fmla="*/ 747620 w 899133"/>
              <a:gd name="connsiteY5" fmla="*/ 1116327 h 1116327"/>
              <a:gd name="connsiteX6" fmla="*/ 149528 w 899133"/>
              <a:gd name="connsiteY6" fmla="*/ 1116327 h 1116327"/>
              <a:gd name="connsiteX7" fmla="*/ 0 w 899133"/>
              <a:gd name="connsiteY7" fmla="*/ 966799 h 1116327"/>
              <a:gd name="connsiteX8" fmla="*/ 0 w 899133"/>
              <a:gd name="connsiteY8" fmla="*/ 161673 h 1116327"/>
              <a:gd name="connsiteX0" fmla="*/ 0 w 899133"/>
              <a:gd name="connsiteY0" fmla="*/ 161673 h 1116327"/>
              <a:gd name="connsiteX1" fmla="*/ 233348 w 899133"/>
              <a:gd name="connsiteY1" fmla="*/ 9605 h 1116327"/>
              <a:gd name="connsiteX2" fmla="*/ 833980 w 899133"/>
              <a:gd name="connsiteY2" fmla="*/ 1985 h 1116327"/>
              <a:gd name="connsiteX3" fmla="*/ 897148 w 899133"/>
              <a:gd name="connsiteY3" fmla="*/ 65153 h 1116327"/>
              <a:gd name="connsiteX4" fmla="*/ 897148 w 899133"/>
              <a:gd name="connsiteY4" fmla="*/ 966799 h 1116327"/>
              <a:gd name="connsiteX5" fmla="*/ 747620 w 899133"/>
              <a:gd name="connsiteY5" fmla="*/ 1116327 h 1116327"/>
              <a:gd name="connsiteX6" fmla="*/ 149528 w 899133"/>
              <a:gd name="connsiteY6" fmla="*/ 1116327 h 1116327"/>
              <a:gd name="connsiteX7" fmla="*/ 0 w 899133"/>
              <a:gd name="connsiteY7" fmla="*/ 966799 h 1116327"/>
              <a:gd name="connsiteX8" fmla="*/ 0 w 899133"/>
              <a:gd name="connsiteY8" fmla="*/ 161673 h 1116327"/>
              <a:gd name="connsiteX0" fmla="*/ 0 w 899133"/>
              <a:gd name="connsiteY0" fmla="*/ 240413 h 1116327"/>
              <a:gd name="connsiteX1" fmla="*/ 233348 w 899133"/>
              <a:gd name="connsiteY1" fmla="*/ 9605 h 1116327"/>
              <a:gd name="connsiteX2" fmla="*/ 833980 w 899133"/>
              <a:gd name="connsiteY2" fmla="*/ 1985 h 1116327"/>
              <a:gd name="connsiteX3" fmla="*/ 897148 w 899133"/>
              <a:gd name="connsiteY3" fmla="*/ 65153 h 1116327"/>
              <a:gd name="connsiteX4" fmla="*/ 897148 w 899133"/>
              <a:gd name="connsiteY4" fmla="*/ 966799 h 1116327"/>
              <a:gd name="connsiteX5" fmla="*/ 747620 w 899133"/>
              <a:gd name="connsiteY5" fmla="*/ 1116327 h 1116327"/>
              <a:gd name="connsiteX6" fmla="*/ 149528 w 899133"/>
              <a:gd name="connsiteY6" fmla="*/ 1116327 h 1116327"/>
              <a:gd name="connsiteX7" fmla="*/ 0 w 899133"/>
              <a:gd name="connsiteY7" fmla="*/ 966799 h 1116327"/>
              <a:gd name="connsiteX8" fmla="*/ 0 w 899133"/>
              <a:gd name="connsiteY8" fmla="*/ 240413 h 1116327"/>
              <a:gd name="connsiteX0" fmla="*/ 265 w 899398"/>
              <a:gd name="connsiteY0" fmla="*/ 240413 h 1116327"/>
              <a:gd name="connsiteX1" fmla="*/ 233613 w 899398"/>
              <a:gd name="connsiteY1" fmla="*/ 9605 h 1116327"/>
              <a:gd name="connsiteX2" fmla="*/ 834245 w 899398"/>
              <a:gd name="connsiteY2" fmla="*/ 1985 h 1116327"/>
              <a:gd name="connsiteX3" fmla="*/ 897413 w 899398"/>
              <a:gd name="connsiteY3" fmla="*/ 65153 h 1116327"/>
              <a:gd name="connsiteX4" fmla="*/ 897413 w 899398"/>
              <a:gd name="connsiteY4" fmla="*/ 966799 h 1116327"/>
              <a:gd name="connsiteX5" fmla="*/ 747885 w 899398"/>
              <a:gd name="connsiteY5" fmla="*/ 1116327 h 1116327"/>
              <a:gd name="connsiteX6" fmla="*/ 149793 w 899398"/>
              <a:gd name="connsiteY6" fmla="*/ 1116327 h 1116327"/>
              <a:gd name="connsiteX7" fmla="*/ 265 w 899398"/>
              <a:gd name="connsiteY7" fmla="*/ 966799 h 1116327"/>
              <a:gd name="connsiteX8" fmla="*/ 265 w 899398"/>
              <a:gd name="connsiteY8" fmla="*/ 240413 h 1116327"/>
              <a:gd name="connsiteX0" fmla="*/ 265 w 899398"/>
              <a:gd name="connsiteY0" fmla="*/ 240413 h 1116327"/>
              <a:gd name="connsiteX1" fmla="*/ 233613 w 899398"/>
              <a:gd name="connsiteY1" fmla="*/ 9605 h 1116327"/>
              <a:gd name="connsiteX2" fmla="*/ 834245 w 899398"/>
              <a:gd name="connsiteY2" fmla="*/ 1985 h 1116327"/>
              <a:gd name="connsiteX3" fmla="*/ 897413 w 899398"/>
              <a:gd name="connsiteY3" fmla="*/ 65153 h 1116327"/>
              <a:gd name="connsiteX4" fmla="*/ 897413 w 899398"/>
              <a:gd name="connsiteY4" fmla="*/ 966799 h 1116327"/>
              <a:gd name="connsiteX5" fmla="*/ 747885 w 899398"/>
              <a:gd name="connsiteY5" fmla="*/ 1116327 h 1116327"/>
              <a:gd name="connsiteX6" fmla="*/ 149793 w 899398"/>
              <a:gd name="connsiteY6" fmla="*/ 1116327 h 1116327"/>
              <a:gd name="connsiteX7" fmla="*/ 2805 w 899398"/>
              <a:gd name="connsiteY7" fmla="*/ 1012519 h 1116327"/>
              <a:gd name="connsiteX8" fmla="*/ 265 w 899398"/>
              <a:gd name="connsiteY8" fmla="*/ 240413 h 1116327"/>
              <a:gd name="connsiteX0" fmla="*/ 265 w 899398"/>
              <a:gd name="connsiteY0" fmla="*/ 240413 h 1118867"/>
              <a:gd name="connsiteX1" fmla="*/ 233613 w 899398"/>
              <a:gd name="connsiteY1" fmla="*/ 9605 h 1118867"/>
              <a:gd name="connsiteX2" fmla="*/ 834245 w 899398"/>
              <a:gd name="connsiteY2" fmla="*/ 1985 h 1118867"/>
              <a:gd name="connsiteX3" fmla="*/ 897413 w 899398"/>
              <a:gd name="connsiteY3" fmla="*/ 65153 h 1118867"/>
              <a:gd name="connsiteX4" fmla="*/ 897413 w 899398"/>
              <a:gd name="connsiteY4" fmla="*/ 966799 h 1118867"/>
              <a:gd name="connsiteX5" fmla="*/ 747885 w 899398"/>
              <a:gd name="connsiteY5" fmla="*/ 1116327 h 1118867"/>
              <a:gd name="connsiteX6" fmla="*/ 116773 w 899398"/>
              <a:gd name="connsiteY6" fmla="*/ 1118867 h 1118867"/>
              <a:gd name="connsiteX7" fmla="*/ 2805 w 899398"/>
              <a:gd name="connsiteY7" fmla="*/ 1012519 h 1118867"/>
              <a:gd name="connsiteX8" fmla="*/ 265 w 899398"/>
              <a:gd name="connsiteY8" fmla="*/ 240413 h 1118867"/>
              <a:gd name="connsiteX0" fmla="*/ 265 w 899398"/>
              <a:gd name="connsiteY0" fmla="*/ 240413 h 1118867"/>
              <a:gd name="connsiteX1" fmla="*/ 233613 w 899398"/>
              <a:gd name="connsiteY1" fmla="*/ 9605 h 1118867"/>
              <a:gd name="connsiteX2" fmla="*/ 834245 w 899398"/>
              <a:gd name="connsiteY2" fmla="*/ 1985 h 1118867"/>
              <a:gd name="connsiteX3" fmla="*/ 897413 w 899398"/>
              <a:gd name="connsiteY3" fmla="*/ 65153 h 1118867"/>
              <a:gd name="connsiteX4" fmla="*/ 897413 w 899398"/>
              <a:gd name="connsiteY4" fmla="*/ 966799 h 1118867"/>
              <a:gd name="connsiteX5" fmla="*/ 793605 w 899398"/>
              <a:gd name="connsiteY5" fmla="*/ 1113787 h 1118867"/>
              <a:gd name="connsiteX6" fmla="*/ 116773 w 899398"/>
              <a:gd name="connsiteY6" fmla="*/ 1118867 h 1118867"/>
              <a:gd name="connsiteX7" fmla="*/ 2805 w 899398"/>
              <a:gd name="connsiteY7" fmla="*/ 1012519 h 1118867"/>
              <a:gd name="connsiteX8" fmla="*/ 265 w 899398"/>
              <a:gd name="connsiteY8" fmla="*/ 240413 h 1118867"/>
              <a:gd name="connsiteX0" fmla="*/ 265 w 899398"/>
              <a:gd name="connsiteY0" fmla="*/ 240413 h 1118867"/>
              <a:gd name="connsiteX1" fmla="*/ 233613 w 899398"/>
              <a:gd name="connsiteY1" fmla="*/ 9605 h 1118867"/>
              <a:gd name="connsiteX2" fmla="*/ 834245 w 899398"/>
              <a:gd name="connsiteY2" fmla="*/ 1985 h 1118867"/>
              <a:gd name="connsiteX3" fmla="*/ 897413 w 899398"/>
              <a:gd name="connsiteY3" fmla="*/ 65153 h 1118867"/>
              <a:gd name="connsiteX4" fmla="*/ 897413 w 899398"/>
              <a:gd name="connsiteY4" fmla="*/ 1012519 h 1118867"/>
              <a:gd name="connsiteX5" fmla="*/ 793605 w 899398"/>
              <a:gd name="connsiteY5" fmla="*/ 1113787 h 1118867"/>
              <a:gd name="connsiteX6" fmla="*/ 116773 w 899398"/>
              <a:gd name="connsiteY6" fmla="*/ 1118867 h 1118867"/>
              <a:gd name="connsiteX7" fmla="*/ 2805 w 899398"/>
              <a:gd name="connsiteY7" fmla="*/ 1012519 h 1118867"/>
              <a:gd name="connsiteX8" fmla="*/ 265 w 899398"/>
              <a:gd name="connsiteY8" fmla="*/ 240413 h 1118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99398" h="1118867">
                <a:moveTo>
                  <a:pt x="265" y="240413"/>
                </a:moveTo>
                <a:cubicBezTo>
                  <a:pt x="-7355" y="38451"/>
                  <a:pt x="151031" y="9605"/>
                  <a:pt x="233613" y="9605"/>
                </a:cubicBezTo>
                <a:lnTo>
                  <a:pt x="834245" y="1985"/>
                </a:lnTo>
                <a:cubicBezTo>
                  <a:pt x="916827" y="1985"/>
                  <a:pt x="897413" y="-17429"/>
                  <a:pt x="897413" y="65153"/>
                </a:cubicBezTo>
                <a:lnTo>
                  <a:pt x="897413" y="1012519"/>
                </a:lnTo>
                <a:cubicBezTo>
                  <a:pt x="897413" y="1095101"/>
                  <a:pt x="876187" y="1113787"/>
                  <a:pt x="793605" y="1113787"/>
                </a:cubicBezTo>
                <a:lnTo>
                  <a:pt x="116773" y="1118867"/>
                </a:lnTo>
                <a:cubicBezTo>
                  <a:pt x="34191" y="1118867"/>
                  <a:pt x="2805" y="1095101"/>
                  <a:pt x="2805" y="1012519"/>
                </a:cubicBezTo>
                <a:cubicBezTo>
                  <a:pt x="1958" y="755150"/>
                  <a:pt x="1112" y="497782"/>
                  <a:pt x="265" y="240413"/>
                </a:cubicBezTo>
                <a:close/>
              </a:path>
            </a:pathLst>
          </a:custGeom>
          <a:solidFill>
            <a:srgbClr val="F7E7DE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: Rounded Corners 18">
            <a:extLst>
              <a:ext uri="{FF2B5EF4-FFF2-40B4-BE49-F238E27FC236}">
                <a16:creationId xmlns:a16="http://schemas.microsoft.com/office/drawing/2014/main" id="{ADE7CEE8-9774-B1BA-1CC0-9F0E4CD446E2}"/>
              </a:ext>
            </a:extLst>
          </p:cNvPr>
          <p:cNvSpPr/>
          <p:nvPr/>
        </p:nvSpPr>
        <p:spPr>
          <a:xfrm>
            <a:off x="3264401" y="3617151"/>
            <a:ext cx="985690" cy="1118867"/>
          </a:xfrm>
          <a:custGeom>
            <a:avLst/>
            <a:gdLst>
              <a:gd name="connsiteX0" fmla="*/ 0 w 897148"/>
              <a:gd name="connsiteY0" fmla="*/ 149528 h 1104182"/>
              <a:gd name="connsiteX1" fmla="*/ 149528 w 897148"/>
              <a:gd name="connsiteY1" fmla="*/ 0 h 1104182"/>
              <a:gd name="connsiteX2" fmla="*/ 747620 w 897148"/>
              <a:gd name="connsiteY2" fmla="*/ 0 h 1104182"/>
              <a:gd name="connsiteX3" fmla="*/ 897148 w 897148"/>
              <a:gd name="connsiteY3" fmla="*/ 149528 h 1104182"/>
              <a:gd name="connsiteX4" fmla="*/ 897148 w 897148"/>
              <a:gd name="connsiteY4" fmla="*/ 954654 h 1104182"/>
              <a:gd name="connsiteX5" fmla="*/ 747620 w 897148"/>
              <a:gd name="connsiteY5" fmla="*/ 1104182 h 1104182"/>
              <a:gd name="connsiteX6" fmla="*/ 149528 w 897148"/>
              <a:gd name="connsiteY6" fmla="*/ 1104182 h 1104182"/>
              <a:gd name="connsiteX7" fmla="*/ 0 w 897148"/>
              <a:gd name="connsiteY7" fmla="*/ 954654 h 1104182"/>
              <a:gd name="connsiteX8" fmla="*/ 0 w 897148"/>
              <a:gd name="connsiteY8" fmla="*/ 149528 h 1104182"/>
              <a:gd name="connsiteX0" fmla="*/ 0 w 897148"/>
              <a:gd name="connsiteY0" fmla="*/ 154608 h 1109262"/>
              <a:gd name="connsiteX1" fmla="*/ 149528 w 897148"/>
              <a:gd name="connsiteY1" fmla="*/ 5080 h 1109262"/>
              <a:gd name="connsiteX2" fmla="*/ 813660 w 897148"/>
              <a:gd name="connsiteY2" fmla="*/ 0 h 1109262"/>
              <a:gd name="connsiteX3" fmla="*/ 897148 w 897148"/>
              <a:gd name="connsiteY3" fmla="*/ 154608 h 1109262"/>
              <a:gd name="connsiteX4" fmla="*/ 897148 w 897148"/>
              <a:gd name="connsiteY4" fmla="*/ 959734 h 1109262"/>
              <a:gd name="connsiteX5" fmla="*/ 747620 w 897148"/>
              <a:gd name="connsiteY5" fmla="*/ 1109262 h 1109262"/>
              <a:gd name="connsiteX6" fmla="*/ 149528 w 897148"/>
              <a:gd name="connsiteY6" fmla="*/ 1109262 h 1109262"/>
              <a:gd name="connsiteX7" fmla="*/ 0 w 897148"/>
              <a:gd name="connsiteY7" fmla="*/ 959734 h 1109262"/>
              <a:gd name="connsiteX8" fmla="*/ 0 w 897148"/>
              <a:gd name="connsiteY8" fmla="*/ 154608 h 1109262"/>
              <a:gd name="connsiteX0" fmla="*/ 0 w 899133"/>
              <a:gd name="connsiteY0" fmla="*/ 159688 h 1114342"/>
              <a:gd name="connsiteX1" fmla="*/ 149528 w 899133"/>
              <a:gd name="connsiteY1" fmla="*/ 10160 h 1114342"/>
              <a:gd name="connsiteX2" fmla="*/ 833980 w 899133"/>
              <a:gd name="connsiteY2" fmla="*/ 0 h 1114342"/>
              <a:gd name="connsiteX3" fmla="*/ 897148 w 899133"/>
              <a:gd name="connsiteY3" fmla="*/ 159688 h 1114342"/>
              <a:gd name="connsiteX4" fmla="*/ 897148 w 899133"/>
              <a:gd name="connsiteY4" fmla="*/ 964814 h 1114342"/>
              <a:gd name="connsiteX5" fmla="*/ 747620 w 899133"/>
              <a:gd name="connsiteY5" fmla="*/ 1114342 h 1114342"/>
              <a:gd name="connsiteX6" fmla="*/ 149528 w 899133"/>
              <a:gd name="connsiteY6" fmla="*/ 1114342 h 1114342"/>
              <a:gd name="connsiteX7" fmla="*/ 0 w 899133"/>
              <a:gd name="connsiteY7" fmla="*/ 964814 h 1114342"/>
              <a:gd name="connsiteX8" fmla="*/ 0 w 899133"/>
              <a:gd name="connsiteY8" fmla="*/ 159688 h 1114342"/>
              <a:gd name="connsiteX0" fmla="*/ 0 w 899133"/>
              <a:gd name="connsiteY0" fmla="*/ 161673 h 1116327"/>
              <a:gd name="connsiteX1" fmla="*/ 149528 w 899133"/>
              <a:gd name="connsiteY1" fmla="*/ 12145 h 1116327"/>
              <a:gd name="connsiteX2" fmla="*/ 833980 w 899133"/>
              <a:gd name="connsiteY2" fmla="*/ 1985 h 1116327"/>
              <a:gd name="connsiteX3" fmla="*/ 897148 w 899133"/>
              <a:gd name="connsiteY3" fmla="*/ 65153 h 1116327"/>
              <a:gd name="connsiteX4" fmla="*/ 897148 w 899133"/>
              <a:gd name="connsiteY4" fmla="*/ 966799 h 1116327"/>
              <a:gd name="connsiteX5" fmla="*/ 747620 w 899133"/>
              <a:gd name="connsiteY5" fmla="*/ 1116327 h 1116327"/>
              <a:gd name="connsiteX6" fmla="*/ 149528 w 899133"/>
              <a:gd name="connsiteY6" fmla="*/ 1116327 h 1116327"/>
              <a:gd name="connsiteX7" fmla="*/ 0 w 899133"/>
              <a:gd name="connsiteY7" fmla="*/ 966799 h 1116327"/>
              <a:gd name="connsiteX8" fmla="*/ 0 w 899133"/>
              <a:gd name="connsiteY8" fmla="*/ 161673 h 1116327"/>
              <a:gd name="connsiteX0" fmla="*/ 0 w 899133"/>
              <a:gd name="connsiteY0" fmla="*/ 161673 h 1116327"/>
              <a:gd name="connsiteX1" fmla="*/ 233348 w 899133"/>
              <a:gd name="connsiteY1" fmla="*/ 9605 h 1116327"/>
              <a:gd name="connsiteX2" fmla="*/ 833980 w 899133"/>
              <a:gd name="connsiteY2" fmla="*/ 1985 h 1116327"/>
              <a:gd name="connsiteX3" fmla="*/ 897148 w 899133"/>
              <a:gd name="connsiteY3" fmla="*/ 65153 h 1116327"/>
              <a:gd name="connsiteX4" fmla="*/ 897148 w 899133"/>
              <a:gd name="connsiteY4" fmla="*/ 966799 h 1116327"/>
              <a:gd name="connsiteX5" fmla="*/ 747620 w 899133"/>
              <a:gd name="connsiteY5" fmla="*/ 1116327 h 1116327"/>
              <a:gd name="connsiteX6" fmla="*/ 149528 w 899133"/>
              <a:gd name="connsiteY6" fmla="*/ 1116327 h 1116327"/>
              <a:gd name="connsiteX7" fmla="*/ 0 w 899133"/>
              <a:gd name="connsiteY7" fmla="*/ 966799 h 1116327"/>
              <a:gd name="connsiteX8" fmla="*/ 0 w 899133"/>
              <a:gd name="connsiteY8" fmla="*/ 161673 h 1116327"/>
              <a:gd name="connsiteX0" fmla="*/ 0 w 899133"/>
              <a:gd name="connsiteY0" fmla="*/ 240413 h 1116327"/>
              <a:gd name="connsiteX1" fmla="*/ 233348 w 899133"/>
              <a:gd name="connsiteY1" fmla="*/ 9605 h 1116327"/>
              <a:gd name="connsiteX2" fmla="*/ 833980 w 899133"/>
              <a:gd name="connsiteY2" fmla="*/ 1985 h 1116327"/>
              <a:gd name="connsiteX3" fmla="*/ 897148 w 899133"/>
              <a:gd name="connsiteY3" fmla="*/ 65153 h 1116327"/>
              <a:gd name="connsiteX4" fmla="*/ 897148 w 899133"/>
              <a:gd name="connsiteY4" fmla="*/ 966799 h 1116327"/>
              <a:gd name="connsiteX5" fmla="*/ 747620 w 899133"/>
              <a:gd name="connsiteY5" fmla="*/ 1116327 h 1116327"/>
              <a:gd name="connsiteX6" fmla="*/ 149528 w 899133"/>
              <a:gd name="connsiteY6" fmla="*/ 1116327 h 1116327"/>
              <a:gd name="connsiteX7" fmla="*/ 0 w 899133"/>
              <a:gd name="connsiteY7" fmla="*/ 966799 h 1116327"/>
              <a:gd name="connsiteX8" fmla="*/ 0 w 899133"/>
              <a:gd name="connsiteY8" fmla="*/ 240413 h 1116327"/>
              <a:gd name="connsiteX0" fmla="*/ 265 w 899398"/>
              <a:gd name="connsiteY0" fmla="*/ 240413 h 1116327"/>
              <a:gd name="connsiteX1" fmla="*/ 233613 w 899398"/>
              <a:gd name="connsiteY1" fmla="*/ 9605 h 1116327"/>
              <a:gd name="connsiteX2" fmla="*/ 834245 w 899398"/>
              <a:gd name="connsiteY2" fmla="*/ 1985 h 1116327"/>
              <a:gd name="connsiteX3" fmla="*/ 897413 w 899398"/>
              <a:gd name="connsiteY3" fmla="*/ 65153 h 1116327"/>
              <a:gd name="connsiteX4" fmla="*/ 897413 w 899398"/>
              <a:gd name="connsiteY4" fmla="*/ 966799 h 1116327"/>
              <a:gd name="connsiteX5" fmla="*/ 747885 w 899398"/>
              <a:gd name="connsiteY5" fmla="*/ 1116327 h 1116327"/>
              <a:gd name="connsiteX6" fmla="*/ 149793 w 899398"/>
              <a:gd name="connsiteY6" fmla="*/ 1116327 h 1116327"/>
              <a:gd name="connsiteX7" fmla="*/ 265 w 899398"/>
              <a:gd name="connsiteY7" fmla="*/ 966799 h 1116327"/>
              <a:gd name="connsiteX8" fmla="*/ 265 w 899398"/>
              <a:gd name="connsiteY8" fmla="*/ 240413 h 1116327"/>
              <a:gd name="connsiteX0" fmla="*/ 265 w 899398"/>
              <a:gd name="connsiteY0" fmla="*/ 240413 h 1116327"/>
              <a:gd name="connsiteX1" fmla="*/ 233613 w 899398"/>
              <a:gd name="connsiteY1" fmla="*/ 9605 h 1116327"/>
              <a:gd name="connsiteX2" fmla="*/ 834245 w 899398"/>
              <a:gd name="connsiteY2" fmla="*/ 1985 h 1116327"/>
              <a:gd name="connsiteX3" fmla="*/ 897413 w 899398"/>
              <a:gd name="connsiteY3" fmla="*/ 65153 h 1116327"/>
              <a:gd name="connsiteX4" fmla="*/ 897413 w 899398"/>
              <a:gd name="connsiteY4" fmla="*/ 966799 h 1116327"/>
              <a:gd name="connsiteX5" fmla="*/ 747885 w 899398"/>
              <a:gd name="connsiteY5" fmla="*/ 1116327 h 1116327"/>
              <a:gd name="connsiteX6" fmla="*/ 149793 w 899398"/>
              <a:gd name="connsiteY6" fmla="*/ 1116327 h 1116327"/>
              <a:gd name="connsiteX7" fmla="*/ 2805 w 899398"/>
              <a:gd name="connsiteY7" fmla="*/ 1012519 h 1116327"/>
              <a:gd name="connsiteX8" fmla="*/ 265 w 899398"/>
              <a:gd name="connsiteY8" fmla="*/ 240413 h 1116327"/>
              <a:gd name="connsiteX0" fmla="*/ 265 w 899398"/>
              <a:gd name="connsiteY0" fmla="*/ 240413 h 1118867"/>
              <a:gd name="connsiteX1" fmla="*/ 233613 w 899398"/>
              <a:gd name="connsiteY1" fmla="*/ 9605 h 1118867"/>
              <a:gd name="connsiteX2" fmla="*/ 834245 w 899398"/>
              <a:gd name="connsiteY2" fmla="*/ 1985 h 1118867"/>
              <a:gd name="connsiteX3" fmla="*/ 897413 w 899398"/>
              <a:gd name="connsiteY3" fmla="*/ 65153 h 1118867"/>
              <a:gd name="connsiteX4" fmla="*/ 897413 w 899398"/>
              <a:gd name="connsiteY4" fmla="*/ 966799 h 1118867"/>
              <a:gd name="connsiteX5" fmla="*/ 747885 w 899398"/>
              <a:gd name="connsiteY5" fmla="*/ 1116327 h 1118867"/>
              <a:gd name="connsiteX6" fmla="*/ 116773 w 899398"/>
              <a:gd name="connsiteY6" fmla="*/ 1118867 h 1118867"/>
              <a:gd name="connsiteX7" fmla="*/ 2805 w 899398"/>
              <a:gd name="connsiteY7" fmla="*/ 1012519 h 1118867"/>
              <a:gd name="connsiteX8" fmla="*/ 265 w 899398"/>
              <a:gd name="connsiteY8" fmla="*/ 240413 h 1118867"/>
              <a:gd name="connsiteX0" fmla="*/ 265 w 899398"/>
              <a:gd name="connsiteY0" fmla="*/ 240413 h 1118867"/>
              <a:gd name="connsiteX1" fmla="*/ 233613 w 899398"/>
              <a:gd name="connsiteY1" fmla="*/ 9605 h 1118867"/>
              <a:gd name="connsiteX2" fmla="*/ 834245 w 899398"/>
              <a:gd name="connsiteY2" fmla="*/ 1985 h 1118867"/>
              <a:gd name="connsiteX3" fmla="*/ 897413 w 899398"/>
              <a:gd name="connsiteY3" fmla="*/ 65153 h 1118867"/>
              <a:gd name="connsiteX4" fmla="*/ 897413 w 899398"/>
              <a:gd name="connsiteY4" fmla="*/ 966799 h 1118867"/>
              <a:gd name="connsiteX5" fmla="*/ 793605 w 899398"/>
              <a:gd name="connsiteY5" fmla="*/ 1113787 h 1118867"/>
              <a:gd name="connsiteX6" fmla="*/ 116773 w 899398"/>
              <a:gd name="connsiteY6" fmla="*/ 1118867 h 1118867"/>
              <a:gd name="connsiteX7" fmla="*/ 2805 w 899398"/>
              <a:gd name="connsiteY7" fmla="*/ 1012519 h 1118867"/>
              <a:gd name="connsiteX8" fmla="*/ 265 w 899398"/>
              <a:gd name="connsiteY8" fmla="*/ 240413 h 1118867"/>
              <a:gd name="connsiteX0" fmla="*/ 265 w 899398"/>
              <a:gd name="connsiteY0" fmla="*/ 240413 h 1118867"/>
              <a:gd name="connsiteX1" fmla="*/ 233613 w 899398"/>
              <a:gd name="connsiteY1" fmla="*/ 9605 h 1118867"/>
              <a:gd name="connsiteX2" fmla="*/ 834245 w 899398"/>
              <a:gd name="connsiteY2" fmla="*/ 1985 h 1118867"/>
              <a:gd name="connsiteX3" fmla="*/ 897413 w 899398"/>
              <a:gd name="connsiteY3" fmla="*/ 65153 h 1118867"/>
              <a:gd name="connsiteX4" fmla="*/ 897413 w 899398"/>
              <a:gd name="connsiteY4" fmla="*/ 1012519 h 1118867"/>
              <a:gd name="connsiteX5" fmla="*/ 793605 w 899398"/>
              <a:gd name="connsiteY5" fmla="*/ 1113787 h 1118867"/>
              <a:gd name="connsiteX6" fmla="*/ 116773 w 899398"/>
              <a:gd name="connsiteY6" fmla="*/ 1118867 h 1118867"/>
              <a:gd name="connsiteX7" fmla="*/ 2805 w 899398"/>
              <a:gd name="connsiteY7" fmla="*/ 1012519 h 1118867"/>
              <a:gd name="connsiteX8" fmla="*/ 265 w 899398"/>
              <a:gd name="connsiteY8" fmla="*/ 240413 h 1118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99398" h="1118867">
                <a:moveTo>
                  <a:pt x="265" y="240413"/>
                </a:moveTo>
                <a:cubicBezTo>
                  <a:pt x="-7355" y="38451"/>
                  <a:pt x="151031" y="9605"/>
                  <a:pt x="233613" y="9605"/>
                </a:cubicBezTo>
                <a:lnTo>
                  <a:pt x="834245" y="1985"/>
                </a:lnTo>
                <a:cubicBezTo>
                  <a:pt x="916827" y="1985"/>
                  <a:pt x="897413" y="-17429"/>
                  <a:pt x="897413" y="65153"/>
                </a:cubicBezTo>
                <a:lnTo>
                  <a:pt x="897413" y="1012519"/>
                </a:lnTo>
                <a:cubicBezTo>
                  <a:pt x="897413" y="1095101"/>
                  <a:pt x="876187" y="1113787"/>
                  <a:pt x="793605" y="1113787"/>
                </a:cubicBezTo>
                <a:lnTo>
                  <a:pt x="116773" y="1118867"/>
                </a:lnTo>
                <a:cubicBezTo>
                  <a:pt x="34191" y="1118867"/>
                  <a:pt x="2805" y="1095101"/>
                  <a:pt x="2805" y="1012519"/>
                </a:cubicBezTo>
                <a:cubicBezTo>
                  <a:pt x="1958" y="755150"/>
                  <a:pt x="1112" y="497782"/>
                  <a:pt x="265" y="240413"/>
                </a:cubicBezTo>
                <a:close/>
              </a:path>
            </a:pathLst>
          </a:custGeom>
          <a:solidFill>
            <a:srgbClr val="F8F0D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DF44735-0E52-EFCD-5945-84ACEA074970}"/>
              </a:ext>
            </a:extLst>
          </p:cNvPr>
          <p:cNvSpPr txBox="1"/>
          <p:nvPr/>
        </p:nvSpPr>
        <p:spPr>
          <a:xfrm>
            <a:off x="2342305" y="3723132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奶茶团购</a:t>
            </a:r>
            <a:endParaRPr lang="en-US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62570E3-A181-476E-FA49-A3B828EAB66A}"/>
              </a:ext>
            </a:extLst>
          </p:cNvPr>
          <p:cNvSpPr txBox="1"/>
          <p:nvPr/>
        </p:nvSpPr>
        <p:spPr>
          <a:xfrm>
            <a:off x="3384356" y="3723132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积分兑换</a:t>
            </a:r>
            <a:endParaRPr lang="en-US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A09B3C5-EE75-369C-2EE1-65C5C17F8F47}"/>
              </a:ext>
            </a:extLst>
          </p:cNvPr>
          <p:cNvSpPr txBox="1"/>
          <p:nvPr/>
        </p:nvSpPr>
        <p:spPr>
          <a:xfrm>
            <a:off x="4421806" y="3726823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互动抽奖</a:t>
            </a:r>
            <a:endParaRPr lang="en-US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F4A80A7-B4BF-A7E0-8416-D21A420063A7}"/>
              </a:ext>
            </a:extLst>
          </p:cNvPr>
          <p:cNvSpPr/>
          <p:nvPr/>
        </p:nvSpPr>
        <p:spPr>
          <a:xfrm>
            <a:off x="2223922" y="4847072"/>
            <a:ext cx="3068127" cy="1211809"/>
          </a:xfrm>
          <a:prstGeom prst="roundRect">
            <a:avLst/>
          </a:prstGeom>
          <a:solidFill>
            <a:srgbClr val="FDD8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C1F027AE-1D3A-399A-0394-08D4FF6BDCAB}"/>
              </a:ext>
            </a:extLst>
          </p:cNvPr>
          <p:cNvSpPr/>
          <p:nvPr/>
        </p:nvSpPr>
        <p:spPr>
          <a:xfrm>
            <a:off x="5420183" y="1245010"/>
            <a:ext cx="18288" cy="45720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AA85396-2186-4B42-1532-93B348F97250}"/>
              </a:ext>
            </a:extLst>
          </p:cNvPr>
          <p:cNvCxnSpPr>
            <a:cxnSpLocks/>
          </p:cNvCxnSpPr>
          <p:nvPr/>
        </p:nvCxnSpPr>
        <p:spPr>
          <a:xfrm>
            <a:off x="5036202" y="2864771"/>
            <a:ext cx="1084332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E80321DA-3C25-C87C-1E86-9BE7B82387D8}"/>
              </a:ext>
            </a:extLst>
          </p:cNvPr>
          <p:cNvSpPr txBox="1"/>
          <p:nvPr/>
        </p:nvSpPr>
        <p:spPr>
          <a:xfrm>
            <a:off x="6206625" y="2662579"/>
            <a:ext cx="31453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button</a:t>
            </a:r>
            <a:r>
              <a:rPr lang="en-US" altLang="zh-CN" sz="1400" b="1" dirty="0">
                <a:latin typeface="FangSong" panose="02010609060101010101" pitchFamily="49" charset="-122"/>
                <a:ea typeface="FangSong" panose="02010609060101010101" pitchFamily="49" charset="-122"/>
              </a:rPr>
              <a:t> {radius:30%; </a:t>
            </a:r>
            <a:r>
              <a:rPr lang="en-US" altLang="zh-CN" sz="14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background-color:rbg</a:t>
            </a:r>
            <a:r>
              <a:rPr lang="en-US" altLang="zh-CN" sz="1400" b="1" dirty="0">
                <a:latin typeface="FangSong" panose="02010609060101010101" pitchFamily="49" charset="-122"/>
                <a:ea typeface="FangSong" panose="02010609060101010101" pitchFamily="49" charset="-122"/>
              </a:rPr>
              <a:t>(255,255,255)}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F5D276C-13BC-C7B1-6D70-D89513734A85}"/>
              </a:ext>
            </a:extLst>
          </p:cNvPr>
          <p:cNvCxnSpPr>
            <a:cxnSpLocks/>
          </p:cNvCxnSpPr>
          <p:nvPr/>
        </p:nvCxnSpPr>
        <p:spPr>
          <a:xfrm>
            <a:off x="4896361" y="3357363"/>
            <a:ext cx="1084332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051476A2-6087-B634-627B-6E1CC97FC063}"/>
              </a:ext>
            </a:extLst>
          </p:cNvPr>
          <p:cNvSpPr txBox="1"/>
          <p:nvPr/>
        </p:nvSpPr>
        <p:spPr>
          <a:xfrm>
            <a:off x="6066783" y="3155171"/>
            <a:ext cx="9140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promote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3DE958A-0C4B-04BA-5A2C-5CAFA9E84F44}"/>
              </a:ext>
            </a:extLst>
          </p:cNvPr>
          <p:cNvCxnSpPr>
            <a:cxnSpLocks/>
          </p:cNvCxnSpPr>
          <p:nvPr/>
        </p:nvCxnSpPr>
        <p:spPr>
          <a:xfrm>
            <a:off x="5438141" y="3984742"/>
            <a:ext cx="1084332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00EC1BFB-4A69-E5C5-3A72-F5B294A947B8}"/>
              </a:ext>
            </a:extLst>
          </p:cNvPr>
          <p:cNvSpPr txBox="1"/>
          <p:nvPr/>
        </p:nvSpPr>
        <p:spPr>
          <a:xfrm>
            <a:off x="6608563" y="3782550"/>
            <a:ext cx="8098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scroll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56964E3-37C3-E1D4-F755-7FB6E3572AE6}"/>
              </a:ext>
            </a:extLst>
          </p:cNvPr>
          <p:cNvSpPr txBox="1"/>
          <p:nvPr/>
        </p:nvSpPr>
        <p:spPr>
          <a:xfrm>
            <a:off x="4225963" y="6578131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latin typeface="FangSong" panose="02010609060101010101" pitchFamily="49" charset="-122"/>
                <a:ea typeface="FangSong" panose="02010609060101010101" pitchFamily="49" charset="-122"/>
              </a:rPr>
              <a:t>[</a:t>
            </a:r>
            <a:r>
              <a:rPr lang="en-US" altLang="zh-CN" sz="12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beforeScroll</a:t>
            </a:r>
            <a:r>
              <a:rPr lang="en-US" altLang="zh-CN" sz="1200" b="1" dirty="0">
                <a:latin typeface="FangSong" panose="02010609060101010101" pitchFamily="49" charset="-122"/>
                <a:ea typeface="FangSong" panose="02010609060101010101" pitchFamily="49" charset="-122"/>
              </a:rPr>
              <a:t>]</a:t>
            </a:r>
            <a:endParaRPr lang="en-US" sz="11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7C91E54C-FECF-1897-75C2-879569F9F661}"/>
              </a:ext>
            </a:extLst>
          </p:cNvPr>
          <p:cNvSpPr/>
          <p:nvPr/>
        </p:nvSpPr>
        <p:spPr>
          <a:xfrm>
            <a:off x="7553580" y="3544763"/>
            <a:ext cx="3459193" cy="3033368"/>
          </a:xfrm>
          <a:prstGeom prst="roundRect">
            <a:avLst>
              <a:gd name="adj" fmla="val 7440"/>
            </a:avLst>
          </a:prstGeom>
          <a:solidFill>
            <a:srgbClr val="EAFFF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E10BAE5-F25E-7506-7D9A-A061786CCAFE}"/>
              </a:ext>
            </a:extLst>
          </p:cNvPr>
          <p:cNvSpPr txBox="1"/>
          <p:nvPr/>
        </p:nvSpPr>
        <p:spPr>
          <a:xfrm>
            <a:off x="9827833" y="6578130"/>
            <a:ext cx="11849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latin typeface="FangSong" panose="02010609060101010101" pitchFamily="49" charset="-122"/>
                <a:ea typeface="FangSong" panose="02010609060101010101" pitchFamily="49" charset="-122"/>
              </a:rPr>
              <a:t>[</a:t>
            </a:r>
            <a:r>
              <a:rPr lang="en-US" altLang="zh-CN" sz="12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afterScroll</a:t>
            </a:r>
            <a:r>
              <a:rPr lang="en-US" altLang="zh-CN" sz="1200" b="1" dirty="0">
                <a:latin typeface="FangSong" panose="02010609060101010101" pitchFamily="49" charset="-122"/>
                <a:ea typeface="FangSong" panose="02010609060101010101" pitchFamily="49" charset="-122"/>
              </a:rPr>
              <a:t>]</a:t>
            </a:r>
            <a:endParaRPr lang="en-US" sz="11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F2BC7829-DBDF-D2D6-3DA5-7AF3CC9E5D87}"/>
              </a:ext>
            </a:extLst>
          </p:cNvPr>
          <p:cNvSpPr/>
          <p:nvPr/>
        </p:nvSpPr>
        <p:spPr>
          <a:xfrm>
            <a:off x="7753076" y="3623905"/>
            <a:ext cx="3068127" cy="1211809"/>
          </a:xfrm>
          <a:prstGeom prst="roundRect">
            <a:avLst/>
          </a:prstGeom>
          <a:solidFill>
            <a:srgbClr val="D2FE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FB9E624-A1EC-71BA-38B1-A9ED72F09D0F}"/>
              </a:ext>
            </a:extLst>
          </p:cNvPr>
          <p:cNvSpPr/>
          <p:nvPr/>
        </p:nvSpPr>
        <p:spPr>
          <a:xfrm>
            <a:off x="7753075" y="4922026"/>
            <a:ext cx="3068127" cy="1211809"/>
          </a:xfrm>
          <a:prstGeom prst="roundRect">
            <a:avLst/>
          </a:prstGeom>
          <a:solidFill>
            <a:srgbClr val="D1C2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ink drink with a strawberry on top&#10;&#10;AI-generated content may be incorrect.">
            <a:extLst>
              <a:ext uri="{FF2B5EF4-FFF2-40B4-BE49-F238E27FC236}">
                <a16:creationId xmlns:a16="http://schemas.microsoft.com/office/drawing/2014/main" id="{E1A90DEA-473C-3704-B3C9-4BE8350314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3920" y="4847069"/>
            <a:ext cx="3055495" cy="1214518"/>
          </a:xfrm>
          <a:prstGeom prst="roundRect">
            <a:avLst/>
          </a:prstGeom>
        </p:spPr>
      </p:pic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871ABBAF-5A64-650B-A7F9-E2BDB464FA62}"/>
              </a:ext>
            </a:extLst>
          </p:cNvPr>
          <p:cNvSpPr/>
          <p:nvPr/>
        </p:nvSpPr>
        <p:spPr>
          <a:xfrm>
            <a:off x="2223919" y="4847066"/>
            <a:ext cx="813413" cy="226148"/>
          </a:xfrm>
          <a:custGeom>
            <a:avLst/>
            <a:gdLst>
              <a:gd name="connsiteX0" fmla="*/ 0 w 831112"/>
              <a:gd name="connsiteY0" fmla="*/ 50753 h 304510"/>
              <a:gd name="connsiteX1" fmla="*/ 50753 w 831112"/>
              <a:gd name="connsiteY1" fmla="*/ 0 h 304510"/>
              <a:gd name="connsiteX2" fmla="*/ 780359 w 831112"/>
              <a:gd name="connsiteY2" fmla="*/ 0 h 304510"/>
              <a:gd name="connsiteX3" fmla="*/ 831112 w 831112"/>
              <a:gd name="connsiteY3" fmla="*/ 50753 h 304510"/>
              <a:gd name="connsiteX4" fmla="*/ 831112 w 831112"/>
              <a:gd name="connsiteY4" fmla="*/ 253757 h 304510"/>
              <a:gd name="connsiteX5" fmla="*/ 780359 w 831112"/>
              <a:gd name="connsiteY5" fmla="*/ 304510 h 304510"/>
              <a:gd name="connsiteX6" fmla="*/ 50753 w 831112"/>
              <a:gd name="connsiteY6" fmla="*/ 304510 h 304510"/>
              <a:gd name="connsiteX7" fmla="*/ 0 w 831112"/>
              <a:gd name="connsiteY7" fmla="*/ 253757 h 304510"/>
              <a:gd name="connsiteX8" fmla="*/ 0 w 831112"/>
              <a:gd name="connsiteY8" fmla="*/ 50753 h 304510"/>
              <a:gd name="connsiteX0" fmla="*/ 0 w 831112"/>
              <a:gd name="connsiteY0" fmla="*/ 50753 h 304510"/>
              <a:gd name="connsiteX1" fmla="*/ 50753 w 831112"/>
              <a:gd name="connsiteY1" fmla="*/ 0 h 304510"/>
              <a:gd name="connsiteX2" fmla="*/ 780359 w 831112"/>
              <a:gd name="connsiteY2" fmla="*/ 0 h 304510"/>
              <a:gd name="connsiteX3" fmla="*/ 831112 w 831112"/>
              <a:gd name="connsiteY3" fmla="*/ 50753 h 304510"/>
              <a:gd name="connsiteX4" fmla="*/ 831112 w 831112"/>
              <a:gd name="connsiteY4" fmla="*/ 253757 h 304510"/>
              <a:gd name="connsiteX5" fmla="*/ 587954 w 831112"/>
              <a:gd name="connsiteY5" fmla="*/ 304510 h 304510"/>
              <a:gd name="connsiteX6" fmla="*/ 50753 w 831112"/>
              <a:gd name="connsiteY6" fmla="*/ 304510 h 304510"/>
              <a:gd name="connsiteX7" fmla="*/ 0 w 831112"/>
              <a:gd name="connsiteY7" fmla="*/ 253757 h 304510"/>
              <a:gd name="connsiteX8" fmla="*/ 0 w 831112"/>
              <a:gd name="connsiteY8" fmla="*/ 50753 h 304510"/>
              <a:gd name="connsiteX0" fmla="*/ 0 w 831112"/>
              <a:gd name="connsiteY0" fmla="*/ 50753 h 304510"/>
              <a:gd name="connsiteX1" fmla="*/ 50753 w 831112"/>
              <a:gd name="connsiteY1" fmla="*/ 0 h 304510"/>
              <a:gd name="connsiteX2" fmla="*/ 780359 w 831112"/>
              <a:gd name="connsiteY2" fmla="*/ 0 h 304510"/>
              <a:gd name="connsiteX3" fmla="*/ 831112 w 831112"/>
              <a:gd name="connsiteY3" fmla="*/ 50753 h 304510"/>
              <a:gd name="connsiteX4" fmla="*/ 655852 w 831112"/>
              <a:gd name="connsiteY4" fmla="*/ 267092 h 304510"/>
              <a:gd name="connsiteX5" fmla="*/ 587954 w 831112"/>
              <a:gd name="connsiteY5" fmla="*/ 304510 h 304510"/>
              <a:gd name="connsiteX6" fmla="*/ 50753 w 831112"/>
              <a:gd name="connsiteY6" fmla="*/ 304510 h 304510"/>
              <a:gd name="connsiteX7" fmla="*/ 0 w 831112"/>
              <a:gd name="connsiteY7" fmla="*/ 253757 h 304510"/>
              <a:gd name="connsiteX8" fmla="*/ 0 w 831112"/>
              <a:gd name="connsiteY8" fmla="*/ 50753 h 304510"/>
              <a:gd name="connsiteX0" fmla="*/ 0 w 831112"/>
              <a:gd name="connsiteY0" fmla="*/ 50753 h 304510"/>
              <a:gd name="connsiteX1" fmla="*/ 50753 w 831112"/>
              <a:gd name="connsiteY1" fmla="*/ 0 h 304510"/>
              <a:gd name="connsiteX2" fmla="*/ 780359 w 831112"/>
              <a:gd name="connsiteY2" fmla="*/ 0 h 304510"/>
              <a:gd name="connsiteX3" fmla="*/ 831112 w 831112"/>
              <a:gd name="connsiteY3" fmla="*/ 50753 h 304510"/>
              <a:gd name="connsiteX4" fmla="*/ 655852 w 831112"/>
              <a:gd name="connsiteY4" fmla="*/ 267092 h 304510"/>
              <a:gd name="connsiteX5" fmla="*/ 587954 w 831112"/>
              <a:gd name="connsiteY5" fmla="*/ 304510 h 304510"/>
              <a:gd name="connsiteX6" fmla="*/ 50753 w 831112"/>
              <a:gd name="connsiteY6" fmla="*/ 304510 h 304510"/>
              <a:gd name="connsiteX7" fmla="*/ 0 w 831112"/>
              <a:gd name="connsiteY7" fmla="*/ 253757 h 304510"/>
              <a:gd name="connsiteX8" fmla="*/ 0 w 831112"/>
              <a:gd name="connsiteY8" fmla="*/ 50753 h 304510"/>
              <a:gd name="connsiteX0" fmla="*/ 0 w 796376"/>
              <a:gd name="connsiteY0" fmla="*/ 60948 h 314705"/>
              <a:gd name="connsiteX1" fmla="*/ 50753 w 796376"/>
              <a:gd name="connsiteY1" fmla="*/ 10195 h 314705"/>
              <a:gd name="connsiteX2" fmla="*/ 780359 w 796376"/>
              <a:gd name="connsiteY2" fmla="*/ 10195 h 314705"/>
              <a:gd name="connsiteX3" fmla="*/ 791107 w 796376"/>
              <a:gd name="connsiteY3" fmla="*/ 13323 h 314705"/>
              <a:gd name="connsiteX4" fmla="*/ 655852 w 796376"/>
              <a:gd name="connsiteY4" fmla="*/ 277287 h 314705"/>
              <a:gd name="connsiteX5" fmla="*/ 587954 w 796376"/>
              <a:gd name="connsiteY5" fmla="*/ 314705 h 314705"/>
              <a:gd name="connsiteX6" fmla="*/ 50753 w 796376"/>
              <a:gd name="connsiteY6" fmla="*/ 314705 h 314705"/>
              <a:gd name="connsiteX7" fmla="*/ 0 w 796376"/>
              <a:gd name="connsiteY7" fmla="*/ 263952 h 314705"/>
              <a:gd name="connsiteX8" fmla="*/ 0 w 796376"/>
              <a:gd name="connsiteY8" fmla="*/ 60948 h 314705"/>
              <a:gd name="connsiteX0" fmla="*/ 0 w 802909"/>
              <a:gd name="connsiteY0" fmla="*/ 65167 h 318924"/>
              <a:gd name="connsiteX1" fmla="*/ 50753 w 802909"/>
              <a:gd name="connsiteY1" fmla="*/ 14414 h 318924"/>
              <a:gd name="connsiteX2" fmla="*/ 780359 w 802909"/>
              <a:gd name="connsiteY2" fmla="*/ 14414 h 318924"/>
              <a:gd name="connsiteX3" fmla="*/ 791107 w 802909"/>
              <a:gd name="connsiteY3" fmla="*/ 17542 h 318924"/>
              <a:gd name="connsiteX4" fmla="*/ 655852 w 802909"/>
              <a:gd name="connsiteY4" fmla="*/ 281506 h 318924"/>
              <a:gd name="connsiteX5" fmla="*/ 587954 w 802909"/>
              <a:gd name="connsiteY5" fmla="*/ 318924 h 318924"/>
              <a:gd name="connsiteX6" fmla="*/ 50753 w 802909"/>
              <a:gd name="connsiteY6" fmla="*/ 318924 h 318924"/>
              <a:gd name="connsiteX7" fmla="*/ 0 w 802909"/>
              <a:gd name="connsiteY7" fmla="*/ 268171 h 318924"/>
              <a:gd name="connsiteX8" fmla="*/ 0 w 802909"/>
              <a:gd name="connsiteY8" fmla="*/ 65167 h 318924"/>
              <a:gd name="connsiteX0" fmla="*/ 0 w 797022"/>
              <a:gd name="connsiteY0" fmla="*/ 51851 h 305608"/>
              <a:gd name="connsiteX1" fmla="*/ 50753 w 797022"/>
              <a:gd name="connsiteY1" fmla="*/ 1098 h 305608"/>
              <a:gd name="connsiteX2" fmla="*/ 780359 w 797022"/>
              <a:gd name="connsiteY2" fmla="*/ 1098 h 305608"/>
              <a:gd name="connsiteX3" fmla="*/ 791107 w 797022"/>
              <a:gd name="connsiteY3" fmla="*/ 4226 h 305608"/>
              <a:gd name="connsiteX4" fmla="*/ 655852 w 797022"/>
              <a:gd name="connsiteY4" fmla="*/ 268190 h 305608"/>
              <a:gd name="connsiteX5" fmla="*/ 587954 w 797022"/>
              <a:gd name="connsiteY5" fmla="*/ 305608 h 305608"/>
              <a:gd name="connsiteX6" fmla="*/ 50753 w 797022"/>
              <a:gd name="connsiteY6" fmla="*/ 305608 h 305608"/>
              <a:gd name="connsiteX7" fmla="*/ 0 w 797022"/>
              <a:gd name="connsiteY7" fmla="*/ 254855 h 305608"/>
              <a:gd name="connsiteX8" fmla="*/ 0 w 797022"/>
              <a:gd name="connsiteY8" fmla="*/ 51851 h 305608"/>
              <a:gd name="connsiteX0" fmla="*/ 0 w 797022"/>
              <a:gd name="connsiteY0" fmla="*/ 51851 h 305608"/>
              <a:gd name="connsiteX1" fmla="*/ 50753 w 797022"/>
              <a:gd name="connsiteY1" fmla="*/ 1098 h 305608"/>
              <a:gd name="connsiteX2" fmla="*/ 780359 w 797022"/>
              <a:gd name="connsiteY2" fmla="*/ 1098 h 305608"/>
              <a:gd name="connsiteX3" fmla="*/ 791107 w 797022"/>
              <a:gd name="connsiteY3" fmla="*/ 4226 h 305608"/>
              <a:gd name="connsiteX4" fmla="*/ 655852 w 797022"/>
              <a:gd name="connsiteY4" fmla="*/ 268190 h 305608"/>
              <a:gd name="connsiteX5" fmla="*/ 587954 w 797022"/>
              <a:gd name="connsiteY5" fmla="*/ 305608 h 305608"/>
              <a:gd name="connsiteX6" fmla="*/ 50753 w 797022"/>
              <a:gd name="connsiteY6" fmla="*/ 305608 h 305608"/>
              <a:gd name="connsiteX7" fmla="*/ 0 w 797022"/>
              <a:gd name="connsiteY7" fmla="*/ 275810 h 305608"/>
              <a:gd name="connsiteX8" fmla="*/ 0 w 797022"/>
              <a:gd name="connsiteY8" fmla="*/ 51851 h 305608"/>
              <a:gd name="connsiteX0" fmla="*/ 507 w 797529"/>
              <a:gd name="connsiteY0" fmla="*/ 51851 h 307513"/>
              <a:gd name="connsiteX1" fmla="*/ 51260 w 797529"/>
              <a:gd name="connsiteY1" fmla="*/ 1098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51851 h 307513"/>
              <a:gd name="connsiteX0" fmla="*/ 507 w 797529"/>
              <a:gd name="connsiteY0" fmla="*/ 51851 h 307513"/>
              <a:gd name="connsiteX1" fmla="*/ 131270 w 797529"/>
              <a:gd name="connsiteY1" fmla="*/ 1098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51851 h 307513"/>
              <a:gd name="connsiteX0" fmla="*/ 507 w 797529"/>
              <a:gd name="connsiteY0" fmla="*/ 109001 h 307513"/>
              <a:gd name="connsiteX1" fmla="*/ 131270 w 797529"/>
              <a:gd name="connsiteY1" fmla="*/ 1098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109001 h 307513"/>
              <a:gd name="connsiteX0" fmla="*/ 507 w 797529"/>
              <a:gd name="connsiteY0" fmla="*/ 109001 h 307513"/>
              <a:gd name="connsiteX1" fmla="*/ 131270 w 797529"/>
              <a:gd name="connsiteY1" fmla="*/ 1098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109001 h 307513"/>
              <a:gd name="connsiteX0" fmla="*/ 507 w 797529"/>
              <a:gd name="connsiteY0" fmla="*/ 109001 h 307513"/>
              <a:gd name="connsiteX1" fmla="*/ 131270 w 797529"/>
              <a:gd name="connsiteY1" fmla="*/ 1098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109001 h 307513"/>
              <a:gd name="connsiteX0" fmla="*/ 507 w 797529"/>
              <a:gd name="connsiteY0" fmla="*/ 109001 h 307513"/>
              <a:gd name="connsiteX1" fmla="*/ 188420 w 797529"/>
              <a:gd name="connsiteY1" fmla="*/ 1098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109001 h 307513"/>
              <a:gd name="connsiteX0" fmla="*/ 507 w 797529"/>
              <a:gd name="connsiteY0" fmla="*/ 175676 h 307513"/>
              <a:gd name="connsiteX1" fmla="*/ 188420 w 797529"/>
              <a:gd name="connsiteY1" fmla="*/ 1098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175676 h 307513"/>
              <a:gd name="connsiteX0" fmla="*/ 507 w 797529"/>
              <a:gd name="connsiteY0" fmla="*/ 175676 h 307513"/>
              <a:gd name="connsiteX1" fmla="*/ 161750 w 797529"/>
              <a:gd name="connsiteY1" fmla="*/ 1098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175676 h 307513"/>
              <a:gd name="connsiteX0" fmla="*/ 507 w 797529"/>
              <a:gd name="connsiteY0" fmla="*/ 207424 h 307513"/>
              <a:gd name="connsiteX1" fmla="*/ 161750 w 797529"/>
              <a:gd name="connsiteY1" fmla="*/ 1098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207424 h 307513"/>
              <a:gd name="connsiteX0" fmla="*/ 507 w 797529"/>
              <a:gd name="connsiteY0" fmla="*/ 207424 h 307513"/>
              <a:gd name="connsiteX1" fmla="*/ 143872 w 797529"/>
              <a:gd name="connsiteY1" fmla="*/ 1098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207424 h 307513"/>
              <a:gd name="connsiteX0" fmla="*/ 507 w 797529"/>
              <a:gd name="connsiteY0" fmla="*/ 207424 h 307513"/>
              <a:gd name="connsiteX1" fmla="*/ 130870 w 797529"/>
              <a:gd name="connsiteY1" fmla="*/ 3205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207424 h 307513"/>
              <a:gd name="connsiteX0" fmla="*/ 507 w 797529"/>
              <a:gd name="connsiteY0" fmla="*/ 207424 h 307513"/>
              <a:gd name="connsiteX1" fmla="*/ 160754 w 797529"/>
              <a:gd name="connsiteY1" fmla="*/ 3205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207424 h 307513"/>
              <a:gd name="connsiteX0" fmla="*/ 507 w 797529"/>
              <a:gd name="connsiteY0" fmla="*/ 241100 h 307513"/>
              <a:gd name="connsiteX1" fmla="*/ 160754 w 797529"/>
              <a:gd name="connsiteY1" fmla="*/ 3205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241100 h 307513"/>
              <a:gd name="connsiteX0" fmla="*/ 507 w 797529"/>
              <a:gd name="connsiteY0" fmla="*/ 241100 h 307513"/>
              <a:gd name="connsiteX1" fmla="*/ 160754 w 797529"/>
              <a:gd name="connsiteY1" fmla="*/ 3205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241100 h 30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7529" h="307513">
                <a:moveTo>
                  <a:pt x="507" y="241100"/>
                </a:moveTo>
                <a:cubicBezTo>
                  <a:pt x="544" y="107004"/>
                  <a:pt x="106054" y="5110"/>
                  <a:pt x="160754" y="3205"/>
                </a:cubicBezTo>
                <a:lnTo>
                  <a:pt x="780866" y="1098"/>
                </a:lnTo>
                <a:cubicBezTo>
                  <a:pt x="808896" y="1098"/>
                  <a:pt x="793519" y="-2849"/>
                  <a:pt x="791614" y="4226"/>
                </a:cubicBezTo>
                <a:lnTo>
                  <a:pt x="656359" y="268190"/>
                </a:lnTo>
                <a:cubicBezTo>
                  <a:pt x="641119" y="294315"/>
                  <a:pt x="616491" y="305608"/>
                  <a:pt x="588461" y="305608"/>
                </a:cubicBezTo>
                <a:lnTo>
                  <a:pt x="22685" y="307513"/>
                </a:lnTo>
                <a:cubicBezTo>
                  <a:pt x="-5345" y="307513"/>
                  <a:pt x="507" y="303840"/>
                  <a:pt x="507" y="275810"/>
                </a:cubicBezTo>
                <a:lnTo>
                  <a:pt x="507" y="241100"/>
                </a:lnTo>
                <a:close/>
              </a:path>
            </a:pathLst>
          </a:custGeom>
          <a:solidFill>
            <a:srgbClr val="FAC1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新品上市</a:t>
            </a:r>
            <a:endParaRPr lang="en-US" sz="9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0F6351C-4659-1628-BCB2-47AA977C20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3074" y="3620071"/>
            <a:ext cx="3068127" cy="1211808"/>
          </a:xfrm>
          <a:prstGeom prst="round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C020EAE-2799-1BBB-15A6-D5D40ACB0BC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3072" y="4922022"/>
            <a:ext cx="3068127" cy="1211809"/>
          </a:xfrm>
          <a:prstGeom prst="roundRect">
            <a:avLst/>
          </a:prstGeom>
        </p:spPr>
      </p:pic>
      <p:sp>
        <p:nvSpPr>
          <p:cNvPr id="17" name="Rectangle: Rounded Corners 51">
            <a:extLst>
              <a:ext uri="{FF2B5EF4-FFF2-40B4-BE49-F238E27FC236}">
                <a16:creationId xmlns:a16="http://schemas.microsoft.com/office/drawing/2014/main" id="{2919FF04-CFA5-3010-43B4-DBD34F2C720A}"/>
              </a:ext>
            </a:extLst>
          </p:cNvPr>
          <p:cNvSpPr/>
          <p:nvPr/>
        </p:nvSpPr>
        <p:spPr>
          <a:xfrm>
            <a:off x="7753072" y="3616236"/>
            <a:ext cx="813413" cy="226148"/>
          </a:xfrm>
          <a:custGeom>
            <a:avLst/>
            <a:gdLst>
              <a:gd name="connsiteX0" fmla="*/ 0 w 831112"/>
              <a:gd name="connsiteY0" fmla="*/ 50753 h 304510"/>
              <a:gd name="connsiteX1" fmla="*/ 50753 w 831112"/>
              <a:gd name="connsiteY1" fmla="*/ 0 h 304510"/>
              <a:gd name="connsiteX2" fmla="*/ 780359 w 831112"/>
              <a:gd name="connsiteY2" fmla="*/ 0 h 304510"/>
              <a:gd name="connsiteX3" fmla="*/ 831112 w 831112"/>
              <a:gd name="connsiteY3" fmla="*/ 50753 h 304510"/>
              <a:gd name="connsiteX4" fmla="*/ 831112 w 831112"/>
              <a:gd name="connsiteY4" fmla="*/ 253757 h 304510"/>
              <a:gd name="connsiteX5" fmla="*/ 780359 w 831112"/>
              <a:gd name="connsiteY5" fmla="*/ 304510 h 304510"/>
              <a:gd name="connsiteX6" fmla="*/ 50753 w 831112"/>
              <a:gd name="connsiteY6" fmla="*/ 304510 h 304510"/>
              <a:gd name="connsiteX7" fmla="*/ 0 w 831112"/>
              <a:gd name="connsiteY7" fmla="*/ 253757 h 304510"/>
              <a:gd name="connsiteX8" fmla="*/ 0 w 831112"/>
              <a:gd name="connsiteY8" fmla="*/ 50753 h 304510"/>
              <a:gd name="connsiteX0" fmla="*/ 0 w 831112"/>
              <a:gd name="connsiteY0" fmla="*/ 50753 h 304510"/>
              <a:gd name="connsiteX1" fmla="*/ 50753 w 831112"/>
              <a:gd name="connsiteY1" fmla="*/ 0 h 304510"/>
              <a:gd name="connsiteX2" fmla="*/ 780359 w 831112"/>
              <a:gd name="connsiteY2" fmla="*/ 0 h 304510"/>
              <a:gd name="connsiteX3" fmla="*/ 831112 w 831112"/>
              <a:gd name="connsiteY3" fmla="*/ 50753 h 304510"/>
              <a:gd name="connsiteX4" fmla="*/ 831112 w 831112"/>
              <a:gd name="connsiteY4" fmla="*/ 253757 h 304510"/>
              <a:gd name="connsiteX5" fmla="*/ 587954 w 831112"/>
              <a:gd name="connsiteY5" fmla="*/ 304510 h 304510"/>
              <a:gd name="connsiteX6" fmla="*/ 50753 w 831112"/>
              <a:gd name="connsiteY6" fmla="*/ 304510 h 304510"/>
              <a:gd name="connsiteX7" fmla="*/ 0 w 831112"/>
              <a:gd name="connsiteY7" fmla="*/ 253757 h 304510"/>
              <a:gd name="connsiteX8" fmla="*/ 0 w 831112"/>
              <a:gd name="connsiteY8" fmla="*/ 50753 h 304510"/>
              <a:gd name="connsiteX0" fmla="*/ 0 w 831112"/>
              <a:gd name="connsiteY0" fmla="*/ 50753 h 304510"/>
              <a:gd name="connsiteX1" fmla="*/ 50753 w 831112"/>
              <a:gd name="connsiteY1" fmla="*/ 0 h 304510"/>
              <a:gd name="connsiteX2" fmla="*/ 780359 w 831112"/>
              <a:gd name="connsiteY2" fmla="*/ 0 h 304510"/>
              <a:gd name="connsiteX3" fmla="*/ 831112 w 831112"/>
              <a:gd name="connsiteY3" fmla="*/ 50753 h 304510"/>
              <a:gd name="connsiteX4" fmla="*/ 655852 w 831112"/>
              <a:gd name="connsiteY4" fmla="*/ 267092 h 304510"/>
              <a:gd name="connsiteX5" fmla="*/ 587954 w 831112"/>
              <a:gd name="connsiteY5" fmla="*/ 304510 h 304510"/>
              <a:gd name="connsiteX6" fmla="*/ 50753 w 831112"/>
              <a:gd name="connsiteY6" fmla="*/ 304510 h 304510"/>
              <a:gd name="connsiteX7" fmla="*/ 0 w 831112"/>
              <a:gd name="connsiteY7" fmla="*/ 253757 h 304510"/>
              <a:gd name="connsiteX8" fmla="*/ 0 w 831112"/>
              <a:gd name="connsiteY8" fmla="*/ 50753 h 304510"/>
              <a:gd name="connsiteX0" fmla="*/ 0 w 831112"/>
              <a:gd name="connsiteY0" fmla="*/ 50753 h 304510"/>
              <a:gd name="connsiteX1" fmla="*/ 50753 w 831112"/>
              <a:gd name="connsiteY1" fmla="*/ 0 h 304510"/>
              <a:gd name="connsiteX2" fmla="*/ 780359 w 831112"/>
              <a:gd name="connsiteY2" fmla="*/ 0 h 304510"/>
              <a:gd name="connsiteX3" fmla="*/ 831112 w 831112"/>
              <a:gd name="connsiteY3" fmla="*/ 50753 h 304510"/>
              <a:gd name="connsiteX4" fmla="*/ 655852 w 831112"/>
              <a:gd name="connsiteY4" fmla="*/ 267092 h 304510"/>
              <a:gd name="connsiteX5" fmla="*/ 587954 w 831112"/>
              <a:gd name="connsiteY5" fmla="*/ 304510 h 304510"/>
              <a:gd name="connsiteX6" fmla="*/ 50753 w 831112"/>
              <a:gd name="connsiteY6" fmla="*/ 304510 h 304510"/>
              <a:gd name="connsiteX7" fmla="*/ 0 w 831112"/>
              <a:gd name="connsiteY7" fmla="*/ 253757 h 304510"/>
              <a:gd name="connsiteX8" fmla="*/ 0 w 831112"/>
              <a:gd name="connsiteY8" fmla="*/ 50753 h 304510"/>
              <a:gd name="connsiteX0" fmla="*/ 0 w 796376"/>
              <a:gd name="connsiteY0" fmla="*/ 60948 h 314705"/>
              <a:gd name="connsiteX1" fmla="*/ 50753 w 796376"/>
              <a:gd name="connsiteY1" fmla="*/ 10195 h 314705"/>
              <a:gd name="connsiteX2" fmla="*/ 780359 w 796376"/>
              <a:gd name="connsiteY2" fmla="*/ 10195 h 314705"/>
              <a:gd name="connsiteX3" fmla="*/ 791107 w 796376"/>
              <a:gd name="connsiteY3" fmla="*/ 13323 h 314705"/>
              <a:gd name="connsiteX4" fmla="*/ 655852 w 796376"/>
              <a:gd name="connsiteY4" fmla="*/ 277287 h 314705"/>
              <a:gd name="connsiteX5" fmla="*/ 587954 w 796376"/>
              <a:gd name="connsiteY5" fmla="*/ 314705 h 314705"/>
              <a:gd name="connsiteX6" fmla="*/ 50753 w 796376"/>
              <a:gd name="connsiteY6" fmla="*/ 314705 h 314705"/>
              <a:gd name="connsiteX7" fmla="*/ 0 w 796376"/>
              <a:gd name="connsiteY7" fmla="*/ 263952 h 314705"/>
              <a:gd name="connsiteX8" fmla="*/ 0 w 796376"/>
              <a:gd name="connsiteY8" fmla="*/ 60948 h 314705"/>
              <a:gd name="connsiteX0" fmla="*/ 0 w 802909"/>
              <a:gd name="connsiteY0" fmla="*/ 65167 h 318924"/>
              <a:gd name="connsiteX1" fmla="*/ 50753 w 802909"/>
              <a:gd name="connsiteY1" fmla="*/ 14414 h 318924"/>
              <a:gd name="connsiteX2" fmla="*/ 780359 w 802909"/>
              <a:gd name="connsiteY2" fmla="*/ 14414 h 318924"/>
              <a:gd name="connsiteX3" fmla="*/ 791107 w 802909"/>
              <a:gd name="connsiteY3" fmla="*/ 17542 h 318924"/>
              <a:gd name="connsiteX4" fmla="*/ 655852 w 802909"/>
              <a:gd name="connsiteY4" fmla="*/ 281506 h 318924"/>
              <a:gd name="connsiteX5" fmla="*/ 587954 w 802909"/>
              <a:gd name="connsiteY5" fmla="*/ 318924 h 318924"/>
              <a:gd name="connsiteX6" fmla="*/ 50753 w 802909"/>
              <a:gd name="connsiteY6" fmla="*/ 318924 h 318924"/>
              <a:gd name="connsiteX7" fmla="*/ 0 w 802909"/>
              <a:gd name="connsiteY7" fmla="*/ 268171 h 318924"/>
              <a:gd name="connsiteX8" fmla="*/ 0 w 802909"/>
              <a:gd name="connsiteY8" fmla="*/ 65167 h 318924"/>
              <a:gd name="connsiteX0" fmla="*/ 0 w 797022"/>
              <a:gd name="connsiteY0" fmla="*/ 51851 h 305608"/>
              <a:gd name="connsiteX1" fmla="*/ 50753 w 797022"/>
              <a:gd name="connsiteY1" fmla="*/ 1098 h 305608"/>
              <a:gd name="connsiteX2" fmla="*/ 780359 w 797022"/>
              <a:gd name="connsiteY2" fmla="*/ 1098 h 305608"/>
              <a:gd name="connsiteX3" fmla="*/ 791107 w 797022"/>
              <a:gd name="connsiteY3" fmla="*/ 4226 h 305608"/>
              <a:gd name="connsiteX4" fmla="*/ 655852 w 797022"/>
              <a:gd name="connsiteY4" fmla="*/ 268190 h 305608"/>
              <a:gd name="connsiteX5" fmla="*/ 587954 w 797022"/>
              <a:gd name="connsiteY5" fmla="*/ 305608 h 305608"/>
              <a:gd name="connsiteX6" fmla="*/ 50753 w 797022"/>
              <a:gd name="connsiteY6" fmla="*/ 305608 h 305608"/>
              <a:gd name="connsiteX7" fmla="*/ 0 w 797022"/>
              <a:gd name="connsiteY7" fmla="*/ 254855 h 305608"/>
              <a:gd name="connsiteX8" fmla="*/ 0 w 797022"/>
              <a:gd name="connsiteY8" fmla="*/ 51851 h 305608"/>
              <a:gd name="connsiteX0" fmla="*/ 0 w 797022"/>
              <a:gd name="connsiteY0" fmla="*/ 51851 h 305608"/>
              <a:gd name="connsiteX1" fmla="*/ 50753 w 797022"/>
              <a:gd name="connsiteY1" fmla="*/ 1098 h 305608"/>
              <a:gd name="connsiteX2" fmla="*/ 780359 w 797022"/>
              <a:gd name="connsiteY2" fmla="*/ 1098 h 305608"/>
              <a:gd name="connsiteX3" fmla="*/ 791107 w 797022"/>
              <a:gd name="connsiteY3" fmla="*/ 4226 h 305608"/>
              <a:gd name="connsiteX4" fmla="*/ 655852 w 797022"/>
              <a:gd name="connsiteY4" fmla="*/ 268190 h 305608"/>
              <a:gd name="connsiteX5" fmla="*/ 587954 w 797022"/>
              <a:gd name="connsiteY5" fmla="*/ 305608 h 305608"/>
              <a:gd name="connsiteX6" fmla="*/ 50753 w 797022"/>
              <a:gd name="connsiteY6" fmla="*/ 305608 h 305608"/>
              <a:gd name="connsiteX7" fmla="*/ 0 w 797022"/>
              <a:gd name="connsiteY7" fmla="*/ 275810 h 305608"/>
              <a:gd name="connsiteX8" fmla="*/ 0 w 797022"/>
              <a:gd name="connsiteY8" fmla="*/ 51851 h 305608"/>
              <a:gd name="connsiteX0" fmla="*/ 507 w 797529"/>
              <a:gd name="connsiteY0" fmla="*/ 51851 h 307513"/>
              <a:gd name="connsiteX1" fmla="*/ 51260 w 797529"/>
              <a:gd name="connsiteY1" fmla="*/ 1098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51851 h 307513"/>
              <a:gd name="connsiteX0" fmla="*/ 507 w 797529"/>
              <a:gd name="connsiteY0" fmla="*/ 51851 h 307513"/>
              <a:gd name="connsiteX1" fmla="*/ 131270 w 797529"/>
              <a:gd name="connsiteY1" fmla="*/ 1098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51851 h 307513"/>
              <a:gd name="connsiteX0" fmla="*/ 507 w 797529"/>
              <a:gd name="connsiteY0" fmla="*/ 109001 h 307513"/>
              <a:gd name="connsiteX1" fmla="*/ 131270 w 797529"/>
              <a:gd name="connsiteY1" fmla="*/ 1098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109001 h 307513"/>
              <a:gd name="connsiteX0" fmla="*/ 507 w 797529"/>
              <a:gd name="connsiteY0" fmla="*/ 109001 h 307513"/>
              <a:gd name="connsiteX1" fmla="*/ 131270 w 797529"/>
              <a:gd name="connsiteY1" fmla="*/ 1098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109001 h 307513"/>
              <a:gd name="connsiteX0" fmla="*/ 507 w 797529"/>
              <a:gd name="connsiteY0" fmla="*/ 109001 h 307513"/>
              <a:gd name="connsiteX1" fmla="*/ 131270 w 797529"/>
              <a:gd name="connsiteY1" fmla="*/ 1098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109001 h 307513"/>
              <a:gd name="connsiteX0" fmla="*/ 507 w 797529"/>
              <a:gd name="connsiteY0" fmla="*/ 109001 h 307513"/>
              <a:gd name="connsiteX1" fmla="*/ 188420 w 797529"/>
              <a:gd name="connsiteY1" fmla="*/ 1098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109001 h 307513"/>
              <a:gd name="connsiteX0" fmla="*/ 507 w 797529"/>
              <a:gd name="connsiteY0" fmla="*/ 175676 h 307513"/>
              <a:gd name="connsiteX1" fmla="*/ 188420 w 797529"/>
              <a:gd name="connsiteY1" fmla="*/ 1098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175676 h 307513"/>
              <a:gd name="connsiteX0" fmla="*/ 507 w 797529"/>
              <a:gd name="connsiteY0" fmla="*/ 175676 h 307513"/>
              <a:gd name="connsiteX1" fmla="*/ 161750 w 797529"/>
              <a:gd name="connsiteY1" fmla="*/ 1098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175676 h 307513"/>
              <a:gd name="connsiteX0" fmla="*/ 507 w 797529"/>
              <a:gd name="connsiteY0" fmla="*/ 207424 h 307513"/>
              <a:gd name="connsiteX1" fmla="*/ 161750 w 797529"/>
              <a:gd name="connsiteY1" fmla="*/ 1098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207424 h 307513"/>
              <a:gd name="connsiteX0" fmla="*/ 507 w 797529"/>
              <a:gd name="connsiteY0" fmla="*/ 207424 h 307513"/>
              <a:gd name="connsiteX1" fmla="*/ 143872 w 797529"/>
              <a:gd name="connsiteY1" fmla="*/ 1098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207424 h 307513"/>
              <a:gd name="connsiteX0" fmla="*/ 507 w 797529"/>
              <a:gd name="connsiteY0" fmla="*/ 207424 h 307513"/>
              <a:gd name="connsiteX1" fmla="*/ 130870 w 797529"/>
              <a:gd name="connsiteY1" fmla="*/ 3205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207424 h 307513"/>
              <a:gd name="connsiteX0" fmla="*/ 507 w 797529"/>
              <a:gd name="connsiteY0" fmla="*/ 207424 h 307513"/>
              <a:gd name="connsiteX1" fmla="*/ 160754 w 797529"/>
              <a:gd name="connsiteY1" fmla="*/ 3205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207424 h 307513"/>
              <a:gd name="connsiteX0" fmla="*/ 507 w 797529"/>
              <a:gd name="connsiteY0" fmla="*/ 241100 h 307513"/>
              <a:gd name="connsiteX1" fmla="*/ 160754 w 797529"/>
              <a:gd name="connsiteY1" fmla="*/ 3205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241100 h 307513"/>
              <a:gd name="connsiteX0" fmla="*/ 507 w 797529"/>
              <a:gd name="connsiteY0" fmla="*/ 241100 h 307513"/>
              <a:gd name="connsiteX1" fmla="*/ 160754 w 797529"/>
              <a:gd name="connsiteY1" fmla="*/ 3205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241100 h 307513"/>
              <a:gd name="connsiteX0" fmla="*/ 507 w 797529"/>
              <a:gd name="connsiteY0" fmla="*/ 241100 h 307513"/>
              <a:gd name="connsiteX1" fmla="*/ 153283 w 797529"/>
              <a:gd name="connsiteY1" fmla="*/ 3205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241100 h 30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7529" h="307513">
                <a:moveTo>
                  <a:pt x="507" y="241100"/>
                </a:moveTo>
                <a:cubicBezTo>
                  <a:pt x="544" y="107004"/>
                  <a:pt x="98583" y="5110"/>
                  <a:pt x="153283" y="3205"/>
                </a:cubicBezTo>
                <a:lnTo>
                  <a:pt x="780866" y="1098"/>
                </a:lnTo>
                <a:cubicBezTo>
                  <a:pt x="808896" y="1098"/>
                  <a:pt x="793519" y="-2849"/>
                  <a:pt x="791614" y="4226"/>
                </a:cubicBezTo>
                <a:lnTo>
                  <a:pt x="656359" y="268190"/>
                </a:lnTo>
                <a:cubicBezTo>
                  <a:pt x="641119" y="294315"/>
                  <a:pt x="616491" y="305608"/>
                  <a:pt x="588461" y="305608"/>
                </a:cubicBezTo>
                <a:lnTo>
                  <a:pt x="22685" y="307513"/>
                </a:lnTo>
                <a:cubicBezTo>
                  <a:pt x="-5345" y="307513"/>
                  <a:pt x="507" y="303840"/>
                  <a:pt x="507" y="275810"/>
                </a:cubicBezTo>
                <a:lnTo>
                  <a:pt x="507" y="241100"/>
                </a:lnTo>
                <a:close/>
              </a:path>
            </a:pathLst>
          </a:custGeom>
          <a:solidFill>
            <a:srgbClr val="FAC1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热卖</a:t>
            </a:r>
            <a:endParaRPr lang="en-US" sz="9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: Rounded Corners 51">
            <a:extLst>
              <a:ext uri="{FF2B5EF4-FFF2-40B4-BE49-F238E27FC236}">
                <a16:creationId xmlns:a16="http://schemas.microsoft.com/office/drawing/2014/main" id="{F479339A-F35C-07B3-D018-583C0159BE58}"/>
              </a:ext>
            </a:extLst>
          </p:cNvPr>
          <p:cNvSpPr/>
          <p:nvPr/>
        </p:nvSpPr>
        <p:spPr>
          <a:xfrm>
            <a:off x="7753072" y="4922018"/>
            <a:ext cx="813413" cy="226148"/>
          </a:xfrm>
          <a:custGeom>
            <a:avLst/>
            <a:gdLst>
              <a:gd name="connsiteX0" fmla="*/ 0 w 831112"/>
              <a:gd name="connsiteY0" fmla="*/ 50753 h 304510"/>
              <a:gd name="connsiteX1" fmla="*/ 50753 w 831112"/>
              <a:gd name="connsiteY1" fmla="*/ 0 h 304510"/>
              <a:gd name="connsiteX2" fmla="*/ 780359 w 831112"/>
              <a:gd name="connsiteY2" fmla="*/ 0 h 304510"/>
              <a:gd name="connsiteX3" fmla="*/ 831112 w 831112"/>
              <a:gd name="connsiteY3" fmla="*/ 50753 h 304510"/>
              <a:gd name="connsiteX4" fmla="*/ 831112 w 831112"/>
              <a:gd name="connsiteY4" fmla="*/ 253757 h 304510"/>
              <a:gd name="connsiteX5" fmla="*/ 780359 w 831112"/>
              <a:gd name="connsiteY5" fmla="*/ 304510 h 304510"/>
              <a:gd name="connsiteX6" fmla="*/ 50753 w 831112"/>
              <a:gd name="connsiteY6" fmla="*/ 304510 h 304510"/>
              <a:gd name="connsiteX7" fmla="*/ 0 w 831112"/>
              <a:gd name="connsiteY7" fmla="*/ 253757 h 304510"/>
              <a:gd name="connsiteX8" fmla="*/ 0 w 831112"/>
              <a:gd name="connsiteY8" fmla="*/ 50753 h 304510"/>
              <a:gd name="connsiteX0" fmla="*/ 0 w 831112"/>
              <a:gd name="connsiteY0" fmla="*/ 50753 h 304510"/>
              <a:gd name="connsiteX1" fmla="*/ 50753 w 831112"/>
              <a:gd name="connsiteY1" fmla="*/ 0 h 304510"/>
              <a:gd name="connsiteX2" fmla="*/ 780359 w 831112"/>
              <a:gd name="connsiteY2" fmla="*/ 0 h 304510"/>
              <a:gd name="connsiteX3" fmla="*/ 831112 w 831112"/>
              <a:gd name="connsiteY3" fmla="*/ 50753 h 304510"/>
              <a:gd name="connsiteX4" fmla="*/ 831112 w 831112"/>
              <a:gd name="connsiteY4" fmla="*/ 253757 h 304510"/>
              <a:gd name="connsiteX5" fmla="*/ 587954 w 831112"/>
              <a:gd name="connsiteY5" fmla="*/ 304510 h 304510"/>
              <a:gd name="connsiteX6" fmla="*/ 50753 w 831112"/>
              <a:gd name="connsiteY6" fmla="*/ 304510 h 304510"/>
              <a:gd name="connsiteX7" fmla="*/ 0 w 831112"/>
              <a:gd name="connsiteY7" fmla="*/ 253757 h 304510"/>
              <a:gd name="connsiteX8" fmla="*/ 0 w 831112"/>
              <a:gd name="connsiteY8" fmla="*/ 50753 h 304510"/>
              <a:gd name="connsiteX0" fmla="*/ 0 w 831112"/>
              <a:gd name="connsiteY0" fmla="*/ 50753 h 304510"/>
              <a:gd name="connsiteX1" fmla="*/ 50753 w 831112"/>
              <a:gd name="connsiteY1" fmla="*/ 0 h 304510"/>
              <a:gd name="connsiteX2" fmla="*/ 780359 w 831112"/>
              <a:gd name="connsiteY2" fmla="*/ 0 h 304510"/>
              <a:gd name="connsiteX3" fmla="*/ 831112 w 831112"/>
              <a:gd name="connsiteY3" fmla="*/ 50753 h 304510"/>
              <a:gd name="connsiteX4" fmla="*/ 655852 w 831112"/>
              <a:gd name="connsiteY4" fmla="*/ 267092 h 304510"/>
              <a:gd name="connsiteX5" fmla="*/ 587954 w 831112"/>
              <a:gd name="connsiteY5" fmla="*/ 304510 h 304510"/>
              <a:gd name="connsiteX6" fmla="*/ 50753 w 831112"/>
              <a:gd name="connsiteY6" fmla="*/ 304510 h 304510"/>
              <a:gd name="connsiteX7" fmla="*/ 0 w 831112"/>
              <a:gd name="connsiteY7" fmla="*/ 253757 h 304510"/>
              <a:gd name="connsiteX8" fmla="*/ 0 w 831112"/>
              <a:gd name="connsiteY8" fmla="*/ 50753 h 304510"/>
              <a:gd name="connsiteX0" fmla="*/ 0 w 831112"/>
              <a:gd name="connsiteY0" fmla="*/ 50753 h 304510"/>
              <a:gd name="connsiteX1" fmla="*/ 50753 w 831112"/>
              <a:gd name="connsiteY1" fmla="*/ 0 h 304510"/>
              <a:gd name="connsiteX2" fmla="*/ 780359 w 831112"/>
              <a:gd name="connsiteY2" fmla="*/ 0 h 304510"/>
              <a:gd name="connsiteX3" fmla="*/ 831112 w 831112"/>
              <a:gd name="connsiteY3" fmla="*/ 50753 h 304510"/>
              <a:gd name="connsiteX4" fmla="*/ 655852 w 831112"/>
              <a:gd name="connsiteY4" fmla="*/ 267092 h 304510"/>
              <a:gd name="connsiteX5" fmla="*/ 587954 w 831112"/>
              <a:gd name="connsiteY5" fmla="*/ 304510 h 304510"/>
              <a:gd name="connsiteX6" fmla="*/ 50753 w 831112"/>
              <a:gd name="connsiteY6" fmla="*/ 304510 h 304510"/>
              <a:gd name="connsiteX7" fmla="*/ 0 w 831112"/>
              <a:gd name="connsiteY7" fmla="*/ 253757 h 304510"/>
              <a:gd name="connsiteX8" fmla="*/ 0 w 831112"/>
              <a:gd name="connsiteY8" fmla="*/ 50753 h 304510"/>
              <a:gd name="connsiteX0" fmla="*/ 0 w 796376"/>
              <a:gd name="connsiteY0" fmla="*/ 60948 h 314705"/>
              <a:gd name="connsiteX1" fmla="*/ 50753 w 796376"/>
              <a:gd name="connsiteY1" fmla="*/ 10195 h 314705"/>
              <a:gd name="connsiteX2" fmla="*/ 780359 w 796376"/>
              <a:gd name="connsiteY2" fmla="*/ 10195 h 314705"/>
              <a:gd name="connsiteX3" fmla="*/ 791107 w 796376"/>
              <a:gd name="connsiteY3" fmla="*/ 13323 h 314705"/>
              <a:gd name="connsiteX4" fmla="*/ 655852 w 796376"/>
              <a:gd name="connsiteY4" fmla="*/ 277287 h 314705"/>
              <a:gd name="connsiteX5" fmla="*/ 587954 w 796376"/>
              <a:gd name="connsiteY5" fmla="*/ 314705 h 314705"/>
              <a:gd name="connsiteX6" fmla="*/ 50753 w 796376"/>
              <a:gd name="connsiteY6" fmla="*/ 314705 h 314705"/>
              <a:gd name="connsiteX7" fmla="*/ 0 w 796376"/>
              <a:gd name="connsiteY7" fmla="*/ 263952 h 314705"/>
              <a:gd name="connsiteX8" fmla="*/ 0 w 796376"/>
              <a:gd name="connsiteY8" fmla="*/ 60948 h 314705"/>
              <a:gd name="connsiteX0" fmla="*/ 0 w 802909"/>
              <a:gd name="connsiteY0" fmla="*/ 65167 h 318924"/>
              <a:gd name="connsiteX1" fmla="*/ 50753 w 802909"/>
              <a:gd name="connsiteY1" fmla="*/ 14414 h 318924"/>
              <a:gd name="connsiteX2" fmla="*/ 780359 w 802909"/>
              <a:gd name="connsiteY2" fmla="*/ 14414 h 318924"/>
              <a:gd name="connsiteX3" fmla="*/ 791107 w 802909"/>
              <a:gd name="connsiteY3" fmla="*/ 17542 h 318924"/>
              <a:gd name="connsiteX4" fmla="*/ 655852 w 802909"/>
              <a:gd name="connsiteY4" fmla="*/ 281506 h 318924"/>
              <a:gd name="connsiteX5" fmla="*/ 587954 w 802909"/>
              <a:gd name="connsiteY5" fmla="*/ 318924 h 318924"/>
              <a:gd name="connsiteX6" fmla="*/ 50753 w 802909"/>
              <a:gd name="connsiteY6" fmla="*/ 318924 h 318924"/>
              <a:gd name="connsiteX7" fmla="*/ 0 w 802909"/>
              <a:gd name="connsiteY7" fmla="*/ 268171 h 318924"/>
              <a:gd name="connsiteX8" fmla="*/ 0 w 802909"/>
              <a:gd name="connsiteY8" fmla="*/ 65167 h 318924"/>
              <a:gd name="connsiteX0" fmla="*/ 0 w 797022"/>
              <a:gd name="connsiteY0" fmla="*/ 51851 h 305608"/>
              <a:gd name="connsiteX1" fmla="*/ 50753 w 797022"/>
              <a:gd name="connsiteY1" fmla="*/ 1098 h 305608"/>
              <a:gd name="connsiteX2" fmla="*/ 780359 w 797022"/>
              <a:gd name="connsiteY2" fmla="*/ 1098 h 305608"/>
              <a:gd name="connsiteX3" fmla="*/ 791107 w 797022"/>
              <a:gd name="connsiteY3" fmla="*/ 4226 h 305608"/>
              <a:gd name="connsiteX4" fmla="*/ 655852 w 797022"/>
              <a:gd name="connsiteY4" fmla="*/ 268190 h 305608"/>
              <a:gd name="connsiteX5" fmla="*/ 587954 w 797022"/>
              <a:gd name="connsiteY5" fmla="*/ 305608 h 305608"/>
              <a:gd name="connsiteX6" fmla="*/ 50753 w 797022"/>
              <a:gd name="connsiteY6" fmla="*/ 305608 h 305608"/>
              <a:gd name="connsiteX7" fmla="*/ 0 w 797022"/>
              <a:gd name="connsiteY7" fmla="*/ 254855 h 305608"/>
              <a:gd name="connsiteX8" fmla="*/ 0 w 797022"/>
              <a:gd name="connsiteY8" fmla="*/ 51851 h 305608"/>
              <a:gd name="connsiteX0" fmla="*/ 0 w 797022"/>
              <a:gd name="connsiteY0" fmla="*/ 51851 h 305608"/>
              <a:gd name="connsiteX1" fmla="*/ 50753 w 797022"/>
              <a:gd name="connsiteY1" fmla="*/ 1098 h 305608"/>
              <a:gd name="connsiteX2" fmla="*/ 780359 w 797022"/>
              <a:gd name="connsiteY2" fmla="*/ 1098 h 305608"/>
              <a:gd name="connsiteX3" fmla="*/ 791107 w 797022"/>
              <a:gd name="connsiteY3" fmla="*/ 4226 h 305608"/>
              <a:gd name="connsiteX4" fmla="*/ 655852 w 797022"/>
              <a:gd name="connsiteY4" fmla="*/ 268190 h 305608"/>
              <a:gd name="connsiteX5" fmla="*/ 587954 w 797022"/>
              <a:gd name="connsiteY5" fmla="*/ 305608 h 305608"/>
              <a:gd name="connsiteX6" fmla="*/ 50753 w 797022"/>
              <a:gd name="connsiteY6" fmla="*/ 305608 h 305608"/>
              <a:gd name="connsiteX7" fmla="*/ 0 w 797022"/>
              <a:gd name="connsiteY7" fmla="*/ 275810 h 305608"/>
              <a:gd name="connsiteX8" fmla="*/ 0 w 797022"/>
              <a:gd name="connsiteY8" fmla="*/ 51851 h 305608"/>
              <a:gd name="connsiteX0" fmla="*/ 507 w 797529"/>
              <a:gd name="connsiteY0" fmla="*/ 51851 h 307513"/>
              <a:gd name="connsiteX1" fmla="*/ 51260 w 797529"/>
              <a:gd name="connsiteY1" fmla="*/ 1098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51851 h 307513"/>
              <a:gd name="connsiteX0" fmla="*/ 507 w 797529"/>
              <a:gd name="connsiteY0" fmla="*/ 51851 h 307513"/>
              <a:gd name="connsiteX1" fmla="*/ 131270 w 797529"/>
              <a:gd name="connsiteY1" fmla="*/ 1098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51851 h 307513"/>
              <a:gd name="connsiteX0" fmla="*/ 507 w 797529"/>
              <a:gd name="connsiteY0" fmla="*/ 109001 h 307513"/>
              <a:gd name="connsiteX1" fmla="*/ 131270 w 797529"/>
              <a:gd name="connsiteY1" fmla="*/ 1098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109001 h 307513"/>
              <a:gd name="connsiteX0" fmla="*/ 507 w 797529"/>
              <a:gd name="connsiteY0" fmla="*/ 109001 h 307513"/>
              <a:gd name="connsiteX1" fmla="*/ 131270 w 797529"/>
              <a:gd name="connsiteY1" fmla="*/ 1098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109001 h 307513"/>
              <a:gd name="connsiteX0" fmla="*/ 507 w 797529"/>
              <a:gd name="connsiteY0" fmla="*/ 109001 h 307513"/>
              <a:gd name="connsiteX1" fmla="*/ 131270 w 797529"/>
              <a:gd name="connsiteY1" fmla="*/ 1098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109001 h 307513"/>
              <a:gd name="connsiteX0" fmla="*/ 507 w 797529"/>
              <a:gd name="connsiteY0" fmla="*/ 109001 h 307513"/>
              <a:gd name="connsiteX1" fmla="*/ 188420 w 797529"/>
              <a:gd name="connsiteY1" fmla="*/ 1098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109001 h 307513"/>
              <a:gd name="connsiteX0" fmla="*/ 507 w 797529"/>
              <a:gd name="connsiteY0" fmla="*/ 175676 h 307513"/>
              <a:gd name="connsiteX1" fmla="*/ 188420 w 797529"/>
              <a:gd name="connsiteY1" fmla="*/ 1098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175676 h 307513"/>
              <a:gd name="connsiteX0" fmla="*/ 507 w 797529"/>
              <a:gd name="connsiteY0" fmla="*/ 175676 h 307513"/>
              <a:gd name="connsiteX1" fmla="*/ 161750 w 797529"/>
              <a:gd name="connsiteY1" fmla="*/ 1098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175676 h 307513"/>
              <a:gd name="connsiteX0" fmla="*/ 507 w 797529"/>
              <a:gd name="connsiteY0" fmla="*/ 207424 h 307513"/>
              <a:gd name="connsiteX1" fmla="*/ 161750 w 797529"/>
              <a:gd name="connsiteY1" fmla="*/ 1098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207424 h 307513"/>
              <a:gd name="connsiteX0" fmla="*/ 507 w 797529"/>
              <a:gd name="connsiteY0" fmla="*/ 207424 h 307513"/>
              <a:gd name="connsiteX1" fmla="*/ 143872 w 797529"/>
              <a:gd name="connsiteY1" fmla="*/ 1098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207424 h 307513"/>
              <a:gd name="connsiteX0" fmla="*/ 507 w 797529"/>
              <a:gd name="connsiteY0" fmla="*/ 207424 h 307513"/>
              <a:gd name="connsiteX1" fmla="*/ 130870 w 797529"/>
              <a:gd name="connsiteY1" fmla="*/ 3205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207424 h 307513"/>
              <a:gd name="connsiteX0" fmla="*/ 507 w 797529"/>
              <a:gd name="connsiteY0" fmla="*/ 207424 h 307513"/>
              <a:gd name="connsiteX1" fmla="*/ 160754 w 797529"/>
              <a:gd name="connsiteY1" fmla="*/ 3205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207424 h 307513"/>
              <a:gd name="connsiteX0" fmla="*/ 507 w 797529"/>
              <a:gd name="connsiteY0" fmla="*/ 241100 h 307513"/>
              <a:gd name="connsiteX1" fmla="*/ 160754 w 797529"/>
              <a:gd name="connsiteY1" fmla="*/ 3205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241100 h 307513"/>
              <a:gd name="connsiteX0" fmla="*/ 507 w 797529"/>
              <a:gd name="connsiteY0" fmla="*/ 241100 h 307513"/>
              <a:gd name="connsiteX1" fmla="*/ 160754 w 797529"/>
              <a:gd name="connsiteY1" fmla="*/ 3205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241100 h 307513"/>
              <a:gd name="connsiteX0" fmla="*/ 507 w 797529"/>
              <a:gd name="connsiteY0" fmla="*/ 241100 h 307513"/>
              <a:gd name="connsiteX1" fmla="*/ 153283 w 797529"/>
              <a:gd name="connsiteY1" fmla="*/ 3205 h 307513"/>
              <a:gd name="connsiteX2" fmla="*/ 780866 w 797529"/>
              <a:gd name="connsiteY2" fmla="*/ 1098 h 307513"/>
              <a:gd name="connsiteX3" fmla="*/ 791614 w 797529"/>
              <a:gd name="connsiteY3" fmla="*/ 4226 h 307513"/>
              <a:gd name="connsiteX4" fmla="*/ 656359 w 797529"/>
              <a:gd name="connsiteY4" fmla="*/ 268190 h 307513"/>
              <a:gd name="connsiteX5" fmla="*/ 588461 w 797529"/>
              <a:gd name="connsiteY5" fmla="*/ 305608 h 307513"/>
              <a:gd name="connsiteX6" fmla="*/ 22685 w 797529"/>
              <a:gd name="connsiteY6" fmla="*/ 307513 h 307513"/>
              <a:gd name="connsiteX7" fmla="*/ 507 w 797529"/>
              <a:gd name="connsiteY7" fmla="*/ 275810 h 307513"/>
              <a:gd name="connsiteX8" fmla="*/ 507 w 797529"/>
              <a:gd name="connsiteY8" fmla="*/ 241100 h 30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7529" h="307513">
                <a:moveTo>
                  <a:pt x="507" y="241100"/>
                </a:moveTo>
                <a:cubicBezTo>
                  <a:pt x="544" y="107004"/>
                  <a:pt x="98583" y="5110"/>
                  <a:pt x="153283" y="3205"/>
                </a:cubicBezTo>
                <a:lnTo>
                  <a:pt x="780866" y="1098"/>
                </a:lnTo>
                <a:cubicBezTo>
                  <a:pt x="808896" y="1098"/>
                  <a:pt x="793519" y="-2849"/>
                  <a:pt x="791614" y="4226"/>
                </a:cubicBezTo>
                <a:lnTo>
                  <a:pt x="656359" y="268190"/>
                </a:lnTo>
                <a:cubicBezTo>
                  <a:pt x="641119" y="294315"/>
                  <a:pt x="616491" y="305608"/>
                  <a:pt x="588461" y="305608"/>
                </a:cubicBezTo>
                <a:lnTo>
                  <a:pt x="22685" y="307513"/>
                </a:lnTo>
                <a:cubicBezTo>
                  <a:pt x="-5345" y="307513"/>
                  <a:pt x="507" y="303840"/>
                  <a:pt x="507" y="275810"/>
                </a:cubicBezTo>
                <a:lnTo>
                  <a:pt x="507" y="241100"/>
                </a:lnTo>
                <a:close/>
              </a:path>
            </a:pathLst>
          </a:custGeom>
          <a:solidFill>
            <a:srgbClr val="FAC1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热卖</a:t>
            </a:r>
            <a:endParaRPr lang="en-US" sz="9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8F03F78-DE20-4FC4-A5F4-16C801E599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94655" y="2066666"/>
            <a:ext cx="580661" cy="58066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F80A448-9800-B6CC-2D10-8A50D368CD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3913" y="2070233"/>
            <a:ext cx="585216" cy="58521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AA16A39-6713-3F86-9E21-CA2CC033FFF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86813" y="4038606"/>
            <a:ext cx="658081" cy="658081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91CEE55F-7C28-E642-FB0F-98A0507E2D8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25012" y="4031140"/>
            <a:ext cx="658368" cy="658368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79FC98CA-13A2-6E0A-27C8-C5F2F171D42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4883" b="97852" l="977" r="92188">
                        <a14:foregroundMark x1="34570" y1="10938" x2="977" y2="35352"/>
                        <a14:foregroundMark x1="29883" y1="5078" x2="60938" y2="5664"/>
                        <a14:foregroundMark x1="73438" y1="21875" x2="92188" y2="46875"/>
                        <a14:foregroundMark x1="82617" y1="23438" x2="89844" y2="48242"/>
                        <a14:foregroundMark x1="85156" y1="60352" x2="34961" y2="92773"/>
                        <a14:foregroundMark x1="17188" y1="77148" x2="65039" y2="94531"/>
                        <a14:foregroundMark x1="67188" y1="97852" x2="28125" y2="96680"/>
                        <a14:foregroundMark x1="30273" y1="87891" x2="15234" y2="54297"/>
                        <a14:foregroundMark x1="77148" y1="14063" x2="75586" y2="71680"/>
                        <a14:backgroundMark x1="78906" y1="4883" x2="99609" y2="22461"/>
                        <a14:backgroundMark x1="97070" y1="17578" x2="87500" y2="429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62441" y="3989314"/>
            <a:ext cx="658368" cy="658368"/>
          </a:xfrm>
          <a:prstGeom prst="rect">
            <a:avLst/>
          </a:prstGeom>
        </p:spPr>
      </p:pic>
      <p:sp>
        <p:nvSpPr>
          <p:cNvPr id="87" name="Rectangle: Rounded Corners 19">
            <a:extLst>
              <a:ext uri="{FF2B5EF4-FFF2-40B4-BE49-F238E27FC236}">
                <a16:creationId xmlns:a16="http://schemas.microsoft.com/office/drawing/2014/main" id="{F366B0EE-42EF-F1EB-7F81-3BF32FF0EFC8}"/>
              </a:ext>
            </a:extLst>
          </p:cNvPr>
          <p:cNvSpPr/>
          <p:nvPr/>
        </p:nvSpPr>
        <p:spPr>
          <a:xfrm>
            <a:off x="7557112" y="6183827"/>
            <a:ext cx="3455661" cy="417641"/>
          </a:xfrm>
          <a:custGeom>
            <a:avLst/>
            <a:gdLst>
              <a:gd name="connsiteX0" fmla="*/ 0 w 3459193"/>
              <a:gd name="connsiteY0" fmla="*/ 76268 h 416694"/>
              <a:gd name="connsiteX1" fmla="*/ 76268 w 3459193"/>
              <a:gd name="connsiteY1" fmla="*/ 0 h 416694"/>
              <a:gd name="connsiteX2" fmla="*/ 3382925 w 3459193"/>
              <a:gd name="connsiteY2" fmla="*/ 0 h 416694"/>
              <a:gd name="connsiteX3" fmla="*/ 3459193 w 3459193"/>
              <a:gd name="connsiteY3" fmla="*/ 76268 h 416694"/>
              <a:gd name="connsiteX4" fmla="*/ 3459193 w 3459193"/>
              <a:gd name="connsiteY4" fmla="*/ 340426 h 416694"/>
              <a:gd name="connsiteX5" fmla="*/ 3382925 w 3459193"/>
              <a:gd name="connsiteY5" fmla="*/ 416694 h 416694"/>
              <a:gd name="connsiteX6" fmla="*/ 76268 w 3459193"/>
              <a:gd name="connsiteY6" fmla="*/ 416694 h 416694"/>
              <a:gd name="connsiteX7" fmla="*/ 0 w 3459193"/>
              <a:gd name="connsiteY7" fmla="*/ 340426 h 416694"/>
              <a:gd name="connsiteX8" fmla="*/ 0 w 3459193"/>
              <a:gd name="connsiteY8" fmla="*/ 76268 h 416694"/>
              <a:gd name="connsiteX0" fmla="*/ 98 w 3459291"/>
              <a:gd name="connsiteY0" fmla="*/ 76268 h 416694"/>
              <a:gd name="connsiteX1" fmla="*/ 38266 w 3459291"/>
              <a:gd name="connsiteY1" fmla="*/ 0 h 416694"/>
              <a:gd name="connsiteX2" fmla="*/ 3383023 w 3459291"/>
              <a:gd name="connsiteY2" fmla="*/ 0 h 416694"/>
              <a:gd name="connsiteX3" fmla="*/ 3459291 w 3459291"/>
              <a:gd name="connsiteY3" fmla="*/ 76268 h 416694"/>
              <a:gd name="connsiteX4" fmla="*/ 3459291 w 3459291"/>
              <a:gd name="connsiteY4" fmla="*/ 340426 h 416694"/>
              <a:gd name="connsiteX5" fmla="*/ 3383023 w 3459291"/>
              <a:gd name="connsiteY5" fmla="*/ 416694 h 416694"/>
              <a:gd name="connsiteX6" fmla="*/ 76366 w 3459291"/>
              <a:gd name="connsiteY6" fmla="*/ 416694 h 416694"/>
              <a:gd name="connsiteX7" fmla="*/ 98 w 3459291"/>
              <a:gd name="connsiteY7" fmla="*/ 340426 h 416694"/>
              <a:gd name="connsiteX8" fmla="*/ 98 w 3459291"/>
              <a:gd name="connsiteY8" fmla="*/ 76268 h 416694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382925 w 3459193"/>
              <a:gd name="connsiteY2" fmla="*/ 2272 h 418966"/>
              <a:gd name="connsiteX3" fmla="*/ 3459193 w 3459193"/>
              <a:gd name="connsiteY3" fmla="*/ 785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470"/>
              <a:gd name="connsiteY0" fmla="*/ 30280 h 418966"/>
              <a:gd name="connsiteX1" fmla="*/ 38168 w 3459470"/>
              <a:gd name="connsiteY1" fmla="*/ 2272 h 418966"/>
              <a:gd name="connsiteX2" fmla="*/ 3422930 w 3459470"/>
              <a:gd name="connsiteY2" fmla="*/ 367 h 418966"/>
              <a:gd name="connsiteX3" fmla="*/ 3459193 w 3459470"/>
              <a:gd name="connsiteY3" fmla="*/ 78540 h 418966"/>
              <a:gd name="connsiteX4" fmla="*/ 3459193 w 3459470"/>
              <a:gd name="connsiteY4" fmla="*/ 342698 h 418966"/>
              <a:gd name="connsiteX5" fmla="*/ 3382925 w 3459470"/>
              <a:gd name="connsiteY5" fmla="*/ 418966 h 418966"/>
              <a:gd name="connsiteX6" fmla="*/ 76268 w 3459470"/>
              <a:gd name="connsiteY6" fmla="*/ 418966 h 418966"/>
              <a:gd name="connsiteX7" fmla="*/ 0 w 3459470"/>
              <a:gd name="connsiteY7" fmla="*/ 342698 h 418966"/>
              <a:gd name="connsiteX8" fmla="*/ 2540 w 3459470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01010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301010 w 3461098"/>
              <a:gd name="connsiteY5" fmla="*/ 418966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25529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20778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9194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342698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163946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162040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0363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9252"/>
              <a:gd name="connsiteX1" fmla="*/ 36262 w 3457565"/>
              <a:gd name="connsiteY1" fmla="*/ 2272 h 419252"/>
              <a:gd name="connsiteX2" fmla="*/ 3421024 w 3457565"/>
              <a:gd name="connsiteY2" fmla="*/ 367 h 419252"/>
              <a:gd name="connsiteX3" fmla="*/ 3457288 w 3457565"/>
              <a:gd name="connsiteY3" fmla="*/ 40440 h 419252"/>
              <a:gd name="connsiteX4" fmla="*/ 3457286 w 3457565"/>
              <a:gd name="connsiteY4" fmla="*/ 196013 h 419252"/>
              <a:gd name="connsiteX5" fmla="*/ 3192424 w 3457565"/>
              <a:gd name="connsiteY5" fmla="*/ 417061 h 419252"/>
              <a:gd name="connsiteX6" fmla="*/ 242094 w 3457565"/>
              <a:gd name="connsiteY6" fmla="*/ 418966 h 419252"/>
              <a:gd name="connsiteX7" fmla="*/ 0 w 3457565"/>
              <a:gd name="connsiteY7" fmla="*/ 192202 h 419252"/>
              <a:gd name="connsiteX8" fmla="*/ 634 w 3457565"/>
              <a:gd name="connsiteY8" fmla="*/ 30280 h 419252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374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3740 h 417643"/>
              <a:gd name="connsiteX0" fmla="*/ 634 w 3457565"/>
              <a:gd name="connsiteY0" fmla="*/ 3755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7550 h 417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57565" h="417643">
                <a:moveTo>
                  <a:pt x="634" y="37550"/>
                </a:moveTo>
                <a:cubicBezTo>
                  <a:pt x="634" y="-4572"/>
                  <a:pt x="-5860" y="1922"/>
                  <a:pt x="36262" y="1922"/>
                </a:cubicBezTo>
                <a:lnTo>
                  <a:pt x="3421024" y="17"/>
                </a:lnTo>
                <a:cubicBezTo>
                  <a:pt x="3463146" y="17"/>
                  <a:pt x="3457288" y="-2032"/>
                  <a:pt x="3457288" y="40090"/>
                </a:cubicBezTo>
                <a:cubicBezTo>
                  <a:pt x="3457923" y="91948"/>
                  <a:pt x="3456651" y="143805"/>
                  <a:pt x="3457286" y="195663"/>
                </a:cubicBezTo>
                <a:cubicBezTo>
                  <a:pt x="3438236" y="363515"/>
                  <a:pt x="3278361" y="426236"/>
                  <a:pt x="3192424" y="416711"/>
                </a:cubicBezTo>
                <a:lnTo>
                  <a:pt x="264967" y="416711"/>
                </a:lnTo>
                <a:cubicBezTo>
                  <a:pt x="163757" y="426236"/>
                  <a:pt x="9530" y="344465"/>
                  <a:pt x="0" y="191852"/>
                </a:cubicBezTo>
                <a:cubicBezTo>
                  <a:pt x="847" y="87713"/>
                  <a:pt x="-213" y="141689"/>
                  <a:pt x="634" y="3755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8869EB24-BB73-9988-AB1E-01DF38A29CE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66018" y="6278819"/>
            <a:ext cx="228600" cy="228600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1585538E-2B9F-3F17-CFD7-C46745CD703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10692" y="6276813"/>
            <a:ext cx="228600" cy="228600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FC1155C2-85AE-97EC-E682-6BB8869E985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20429" y="6271599"/>
            <a:ext cx="228600" cy="228600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8797A1A3-04EC-B7B0-72DC-DC0E8CDF2C4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94724" y="6276813"/>
            <a:ext cx="228600" cy="228600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F538298-8901-9700-61E3-A585A77E3369}"/>
              </a:ext>
            </a:extLst>
          </p:cNvPr>
          <p:cNvCxnSpPr>
            <a:cxnSpLocks/>
            <a:stCxn id="30" idx="1"/>
          </p:cNvCxnSpPr>
          <p:nvPr/>
        </p:nvCxnSpPr>
        <p:spPr>
          <a:xfrm flipH="1">
            <a:off x="1562994" y="2356997"/>
            <a:ext cx="1131661" cy="57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53798DF-252D-8D07-FF2D-16185D73AEBD}"/>
              </a:ext>
            </a:extLst>
          </p:cNvPr>
          <p:cNvSpPr txBox="1"/>
          <p:nvPr/>
        </p:nvSpPr>
        <p:spPr>
          <a:xfrm>
            <a:off x="228303" y="2140955"/>
            <a:ext cx="1330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tea cup.png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14" name="Rectangle: Rounded Corners 19">
            <a:extLst>
              <a:ext uri="{FF2B5EF4-FFF2-40B4-BE49-F238E27FC236}">
                <a16:creationId xmlns:a16="http://schemas.microsoft.com/office/drawing/2014/main" id="{A9696C12-2590-D7D9-2870-422BEE037369}"/>
              </a:ext>
            </a:extLst>
          </p:cNvPr>
          <p:cNvSpPr/>
          <p:nvPr/>
        </p:nvSpPr>
        <p:spPr>
          <a:xfrm rot="10800000">
            <a:off x="2030560" y="71166"/>
            <a:ext cx="3455661" cy="417641"/>
          </a:xfrm>
          <a:custGeom>
            <a:avLst/>
            <a:gdLst>
              <a:gd name="connsiteX0" fmla="*/ 0 w 3459193"/>
              <a:gd name="connsiteY0" fmla="*/ 76268 h 416694"/>
              <a:gd name="connsiteX1" fmla="*/ 76268 w 3459193"/>
              <a:gd name="connsiteY1" fmla="*/ 0 h 416694"/>
              <a:gd name="connsiteX2" fmla="*/ 3382925 w 3459193"/>
              <a:gd name="connsiteY2" fmla="*/ 0 h 416694"/>
              <a:gd name="connsiteX3" fmla="*/ 3459193 w 3459193"/>
              <a:gd name="connsiteY3" fmla="*/ 76268 h 416694"/>
              <a:gd name="connsiteX4" fmla="*/ 3459193 w 3459193"/>
              <a:gd name="connsiteY4" fmla="*/ 340426 h 416694"/>
              <a:gd name="connsiteX5" fmla="*/ 3382925 w 3459193"/>
              <a:gd name="connsiteY5" fmla="*/ 416694 h 416694"/>
              <a:gd name="connsiteX6" fmla="*/ 76268 w 3459193"/>
              <a:gd name="connsiteY6" fmla="*/ 416694 h 416694"/>
              <a:gd name="connsiteX7" fmla="*/ 0 w 3459193"/>
              <a:gd name="connsiteY7" fmla="*/ 340426 h 416694"/>
              <a:gd name="connsiteX8" fmla="*/ 0 w 3459193"/>
              <a:gd name="connsiteY8" fmla="*/ 76268 h 416694"/>
              <a:gd name="connsiteX0" fmla="*/ 98 w 3459291"/>
              <a:gd name="connsiteY0" fmla="*/ 76268 h 416694"/>
              <a:gd name="connsiteX1" fmla="*/ 38266 w 3459291"/>
              <a:gd name="connsiteY1" fmla="*/ 0 h 416694"/>
              <a:gd name="connsiteX2" fmla="*/ 3383023 w 3459291"/>
              <a:gd name="connsiteY2" fmla="*/ 0 h 416694"/>
              <a:gd name="connsiteX3" fmla="*/ 3459291 w 3459291"/>
              <a:gd name="connsiteY3" fmla="*/ 76268 h 416694"/>
              <a:gd name="connsiteX4" fmla="*/ 3459291 w 3459291"/>
              <a:gd name="connsiteY4" fmla="*/ 340426 h 416694"/>
              <a:gd name="connsiteX5" fmla="*/ 3383023 w 3459291"/>
              <a:gd name="connsiteY5" fmla="*/ 416694 h 416694"/>
              <a:gd name="connsiteX6" fmla="*/ 76366 w 3459291"/>
              <a:gd name="connsiteY6" fmla="*/ 416694 h 416694"/>
              <a:gd name="connsiteX7" fmla="*/ 98 w 3459291"/>
              <a:gd name="connsiteY7" fmla="*/ 340426 h 416694"/>
              <a:gd name="connsiteX8" fmla="*/ 98 w 3459291"/>
              <a:gd name="connsiteY8" fmla="*/ 76268 h 416694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382925 w 3459193"/>
              <a:gd name="connsiteY2" fmla="*/ 2272 h 418966"/>
              <a:gd name="connsiteX3" fmla="*/ 3459193 w 3459193"/>
              <a:gd name="connsiteY3" fmla="*/ 785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470"/>
              <a:gd name="connsiteY0" fmla="*/ 30280 h 418966"/>
              <a:gd name="connsiteX1" fmla="*/ 38168 w 3459470"/>
              <a:gd name="connsiteY1" fmla="*/ 2272 h 418966"/>
              <a:gd name="connsiteX2" fmla="*/ 3422930 w 3459470"/>
              <a:gd name="connsiteY2" fmla="*/ 367 h 418966"/>
              <a:gd name="connsiteX3" fmla="*/ 3459193 w 3459470"/>
              <a:gd name="connsiteY3" fmla="*/ 78540 h 418966"/>
              <a:gd name="connsiteX4" fmla="*/ 3459193 w 3459470"/>
              <a:gd name="connsiteY4" fmla="*/ 342698 h 418966"/>
              <a:gd name="connsiteX5" fmla="*/ 3382925 w 3459470"/>
              <a:gd name="connsiteY5" fmla="*/ 418966 h 418966"/>
              <a:gd name="connsiteX6" fmla="*/ 76268 w 3459470"/>
              <a:gd name="connsiteY6" fmla="*/ 418966 h 418966"/>
              <a:gd name="connsiteX7" fmla="*/ 0 w 3459470"/>
              <a:gd name="connsiteY7" fmla="*/ 342698 h 418966"/>
              <a:gd name="connsiteX8" fmla="*/ 2540 w 3459470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01010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301010 w 3461098"/>
              <a:gd name="connsiteY5" fmla="*/ 418966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25529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20778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9194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342698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163946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162040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0363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9252"/>
              <a:gd name="connsiteX1" fmla="*/ 36262 w 3457565"/>
              <a:gd name="connsiteY1" fmla="*/ 2272 h 419252"/>
              <a:gd name="connsiteX2" fmla="*/ 3421024 w 3457565"/>
              <a:gd name="connsiteY2" fmla="*/ 367 h 419252"/>
              <a:gd name="connsiteX3" fmla="*/ 3457288 w 3457565"/>
              <a:gd name="connsiteY3" fmla="*/ 40440 h 419252"/>
              <a:gd name="connsiteX4" fmla="*/ 3457286 w 3457565"/>
              <a:gd name="connsiteY4" fmla="*/ 196013 h 419252"/>
              <a:gd name="connsiteX5" fmla="*/ 3192424 w 3457565"/>
              <a:gd name="connsiteY5" fmla="*/ 417061 h 419252"/>
              <a:gd name="connsiteX6" fmla="*/ 242094 w 3457565"/>
              <a:gd name="connsiteY6" fmla="*/ 418966 h 419252"/>
              <a:gd name="connsiteX7" fmla="*/ 0 w 3457565"/>
              <a:gd name="connsiteY7" fmla="*/ 192202 h 419252"/>
              <a:gd name="connsiteX8" fmla="*/ 634 w 3457565"/>
              <a:gd name="connsiteY8" fmla="*/ 30280 h 419252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374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3740 h 417643"/>
              <a:gd name="connsiteX0" fmla="*/ 634 w 3457565"/>
              <a:gd name="connsiteY0" fmla="*/ 3755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7550 h 417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57565" h="417643">
                <a:moveTo>
                  <a:pt x="634" y="37550"/>
                </a:moveTo>
                <a:cubicBezTo>
                  <a:pt x="634" y="-4572"/>
                  <a:pt x="-5860" y="1922"/>
                  <a:pt x="36262" y="1922"/>
                </a:cubicBezTo>
                <a:lnTo>
                  <a:pt x="3421024" y="17"/>
                </a:lnTo>
                <a:cubicBezTo>
                  <a:pt x="3463146" y="17"/>
                  <a:pt x="3457288" y="-2032"/>
                  <a:pt x="3457288" y="40090"/>
                </a:cubicBezTo>
                <a:cubicBezTo>
                  <a:pt x="3457923" y="91948"/>
                  <a:pt x="3456651" y="143805"/>
                  <a:pt x="3457286" y="195663"/>
                </a:cubicBezTo>
                <a:cubicBezTo>
                  <a:pt x="3438236" y="363515"/>
                  <a:pt x="3278361" y="426236"/>
                  <a:pt x="3192424" y="416711"/>
                </a:cubicBezTo>
                <a:lnTo>
                  <a:pt x="264967" y="416711"/>
                </a:lnTo>
                <a:cubicBezTo>
                  <a:pt x="163757" y="426236"/>
                  <a:pt x="9530" y="344465"/>
                  <a:pt x="0" y="191852"/>
                </a:cubicBezTo>
                <a:cubicBezTo>
                  <a:pt x="847" y="87713"/>
                  <a:pt x="-213" y="141689"/>
                  <a:pt x="634" y="375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238022-DDAF-F00B-9AD8-0FC5FD0D7BE6}"/>
              </a:ext>
            </a:extLst>
          </p:cNvPr>
          <p:cNvSpPr txBox="1"/>
          <p:nvPr/>
        </p:nvSpPr>
        <p:spPr>
          <a:xfrm>
            <a:off x="3300261" y="122053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奶茶店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F6CCA6B-CE28-55CC-9DFF-10B7C869831C}"/>
              </a:ext>
            </a:extLst>
          </p:cNvPr>
          <p:cNvSpPr/>
          <p:nvPr/>
        </p:nvSpPr>
        <p:spPr>
          <a:xfrm>
            <a:off x="4784265" y="159412"/>
            <a:ext cx="618621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EB7F143-82A1-54F3-9EC7-30C713198BF5}"/>
              </a:ext>
            </a:extLst>
          </p:cNvPr>
          <p:cNvCxnSpPr>
            <a:cxnSpLocks/>
          </p:cNvCxnSpPr>
          <p:nvPr/>
        </p:nvCxnSpPr>
        <p:spPr>
          <a:xfrm>
            <a:off x="5093512" y="200413"/>
            <a:ext cx="63" cy="16047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Picture 37">
            <a:extLst>
              <a:ext uri="{FF2B5EF4-FFF2-40B4-BE49-F238E27FC236}">
                <a16:creationId xmlns:a16="http://schemas.microsoft.com/office/drawing/2014/main" id="{D73E93E2-84F3-A2A7-9C1A-89D06BE1C6E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180700" y="210173"/>
            <a:ext cx="131536" cy="131536"/>
          </a:xfrm>
          <a:prstGeom prst="rect">
            <a:avLst/>
          </a:prstGeom>
        </p:spPr>
      </p:pic>
      <p:pic>
        <p:nvPicPr>
          <p:cNvPr id="28" name="Picture 27" descr="A row of dots on a black background&#10;&#10;AI-generated content may be incorrect.">
            <a:extLst>
              <a:ext uri="{FF2B5EF4-FFF2-40B4-BE49-F238E27FC236}">
                <a16:creationId xmlns:a16="http://schemas.microsoft.com/office/drawing/2014/main" id="{AB05FBB7-6FAB-CFE0-FD35-7B206A55B00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8474" y="207018"/>
            <a:ext cx="146304" cy="146304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3C3EE26-578B-4348-13B9-71F209193C23}"/>
              </a:ext>
            </a:extLst>
          </p:cNvPr>
          <p:cNvSpPr/>
          <p:nvPr/>
        </p:nvSpPr>
        <p:spPr>
          <a:xfrm>
            <a:off x="2028655" y="71165"/>
            <a:ext cx="3459193" cy="6532356"/>
          </a:xfrm>
          <a:prstGeom prst="roundRect">
            <a:avLst>
              <a:gd name="adj" fmla="val 744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3DCD71E-4736-05B9-22A3-4D76DA5E94F3}"/>
              </a:ext>
            </a:extLst>
          </p:cNvPr>
          <p:cNvSpPr/>
          <p:nvPr/>
        </p:nvSpPr>
        <p:spPr>
          <a:xfrm>
            <a:off x="2030560" y="6183827"/>
            <a:ext cx="3455661" cy="417641"/>
          </a:xfrm>
          <a:custGeom>
            <a:avLst/>
            <a:gdLst>
              <a:gd name="connsiteX0" fmla="*/ 0 w 3459193"/>
              <a:gd name="connsiteY0" fmla="*/ 76268 h 416694"/>
              <a:gd name="connsiteX1" fmla="*/ 76268 w 3459193"/>
              <a:gd name="connsiteY1" fmla="*/ 0 h 416694"/>
              <a:gd name="connsiteX2" fmla="*/ 3382925 w 3459193"/>
              <a:gd name="connsiteY2" fmla="*/ 0 h 416694"/>
              <a:gd name="connsiteX3" fmla="*/ 3459193 w 3459193"/>
              <a:gd name="connsiteY3" fmla="*/ 76268 h 416694"/>
              <a:gd name="connsiteX4" fmla="*/ 3459193 w 3459193"/>
              <a:gd name="connsiteY4" fmla="*/ 340426 h 416694"/>
              <a:gd name="connsiteX5" fmla="*/ 3382925 w 3459193"/>
              <a:gd name="connsiteY5" fmla="*/ 416694 h 416694"/>
              <a:gd name="connsiteX6" fmla="*/ 76268 w 3459193"/>
              <a:gd name="connsiteY6" fmla="*/ 416694 h 416694"/>
              <a:gd name="connsiteX7" fmla="*/ 0 w 3459193"/>
              <a:gd name="connsiteY7" fmla="*/ 340426 h 416694"/>
              <a:gd name="connsiteX8" fmla="*/ 0 w 3459193"/>
              <a:gd name="connsiteY8" fmla="*/ 76268 h 416694"/>
              <a:gd name="connsiteX0" fmla="*/ 98 w 3459291"/>
              <a:gd name="connsiteY0" fmla="*/ 76268 h 416694"/>
              <a:gd name="connsiteX1" fmla="*/ 38266 w 3459291"/>
              <a:gd name="connsiteY1" fmla="*/ 0 h 416694"/>
              <a:gd name="connsiteX2" fmla="*/ 3383023 w 3459291"/>
              <a:gd name="connsiteY2" fmla="*/ 0 h 416694"/>
              <a:gd name="connsiteX3" fmla="*/ 3459291 w 3459291"/>
              <a:gd name="connsiteY3" fmla="*/ 76268 h 416694"/>
              <a:gd name="connsiteX4" fmla="*/ 3459291 w 3459291"/>
              <a:gd name="connsiteY4" fmla="*/ 340426 h 416694"/>
              <a:gd name="connsiteX5" fmla="*/ 3383023 w 3459291"/>
              <a:gd name="connsiteY5" fmla="*/ 416694 h 416694"/>
              <a:gd name="connsiteX6" fmla="*/ 76366 w 3459291"/>
              <a:gd name="connsiteY6" fmla="*/ 416694 h 416694"/>
              <a:gd name="connsiteX7" fmla="*/ 98 w 3459291"/>
              <a:gd name="connsiteY7" fmla="*/ 340426 h 416694"/>
              <a:gd name="connsiteX8" fmla="*/ 98 w 3459291"/>
              <a:gd name="connsiteY8" fmla="*/ 76268 h 416694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382925 w 3459193"/>
              <a:gd name="connsiteY2" fmla="*/ 2272 h 418966"/>
              <a:gd name="connsiteX3" fmla="*/ 3459193 w 3459193"/>
              <a:gd name="connsiteY3" fmla="*/ 785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470"/>
              <a:gd name="connsiteY0" fmla="*/ 30280 h 418966"/>
              <a:gd name="connsiteX1" fmla="*/ 38168 w 3459470"/>
              <a:gd name="connsiteY1" fmla="*/ 2272 h 418966"/>
              <a:gd name="connsiteX2" fmla="*/ 3422930 w 3459470"/>
              <a:gd name="connsiteY2" fmla="*/ 367 h 418966"/>
              <a:gd name="connsiteX3" fmla="*/ 3459193 w 3459470"/>
              <a:gd name="connsiteY3" fmla="*/ 78540 h 418966"/>
              <a:gd name="connsiteX4" fmla="*/ 3459193 w 3459470"/>
              <a:gd name="connsiteY4" fmla="*/ 342698 h 418966"/>
              <a:gd name="connsiteX5" fmla="*/ 3382925 w 3459470"/>
              <a:gd name="connsiteY5" fmla="*/ 418966 h 418966"/>
              <a:gd name="connsiteX6" fmla="*/ 76268 w 3459470"/>
              <a:gd name="connsiteY6" fmla="*/ 418966 h 418966"/>
              <a:gd name="connsiteX7" fmla="*/ 0 w 3459470"/>
              <a:gd name="connsiteY7" fmla="*/ 342698 h 418966"/>
              <a:gd name="connsiteX8" fmla="*/ 2540 w 3459470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01010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301010 w 3461098"/>
              <a:gd name="connsiteY5" fmla="*/ 418966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25529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20778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9194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342698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163946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162040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0363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9252"/>
              <a:gd name="connsiteX1" fmla="*/ 36262 w 3457565"/>
              <a:gd name="connsiteY1" fmla="*/ 2272 h 419252"/>
              <a:gd name="connsiteX2" fmla="*/ 3421024 w 3457565"/>
              <a:gd name="connsiteY2" fmla="*/ 367 h 419252"/>
              <a:gd name="connsiteX3" fmla="*/ 3457288 w 3457565"/>
              <a:gd name="connsiteY3" fmla="*/ 40440 h 419252"/>
              <a:gd name="connsiteX4" fmla="*/ 3457286 w 3457565"/>
              <a:gd name="connsiteY4" fmla="*/ 196013 h 419252"/>
              <a:gd name="connsiteX5" fmla="*/ 3192424 w 3457565"/>
              <a:gd name="connsiteY5" fmla="*/ 417061 h 419252"/>
              <a:gd name="connsiteX6" fmla="*/ 242094 w 3457565"/>
              <a:gd name="connsiteY6" fmla="*/ 418966 h 419252"/>
              <a:gd name="connsiteX7" fmla="*/ 0 w 3457565"/>
              <a:gd name="connsiteY7" fmla="*/ 192202 h 419252"/>
              <a:gd name="connsiteX8" fmla="*/ 634 w 3457565"/>
              <a:gd name="connsiteY8" fmla="*/ 30280 h 419252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374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3740 h 417643"/>
              <a:gd name="connsiteX0" fmla="*/ 634 w 3457565"/>
              <a:gd name="connsiteY0" fmla="*/ 3755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7550 h 417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57565" h="417643">
                <a:moveTo>
                  <a:pt x="634" y="37550"/>
                </a:moveTo>
                <a:cubicBezTo>
                  <a:pt x="634" y="-4572"/>
                  <a:pt x="-5860" y="1922"/>
                  <a:pt x="36262" y="1922"/>
                </a:cubicBezTo>
                <a:lnTo>
                  <a:pt x="3421024" y="17"/>
                </a:lnTo>
                <a:cubicBezTo>
                  <a:pt x="3463146" y="17"/>
                  <a:pt x="3457288" y="-2032"/>
                  <a:pt x="3457288" y="40090"/>
                </a:cubicBezTo>
                <a:cubicBezTo>
                  <a:pt x="3457923" y="91948"/>
                  <a:pt x="3456651" y="143805"/>
                  <a:pt x="3457286" y="195663"/>
                </a:cubicBezTo>
                <a:cubicBezTo>
                  <a:pt x="3438236" y="363515"/>
                  <a:pt x="3278361" y="426236"/>
                  <a:pt x="3192424" y="416711"/>
                </a:cubicBezTo>
                <a:lnTo>
                  <a:pt x="264967" y="416711"/>
                </a:lnTo>
                <a:cubicBezTo>
                  <a:pt x="163757" y="426236"/>
                  <a:pt x="9530" y="344465"/>
                  <a:pt x="0" y="191852"/>
                </a:cubicBezTo>
                <a:cubicBezTo>
                  <a:pt x="847" y="87713"/>
                  <a:pt x="-213" y="141689"/>
                  <a:pt x="634" y="3755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A16FFCFC-67E8-F6BB-F780-D76BC7ACBA1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39466" y="6278819"/>
            <a:ext cx="228600" cy="22860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1E8AF42F-367B-2EDE-19B6-8133F0A99B0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84140" y="6276813"/>
            <a:ext cx="228600" cy="228600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F4A477B9-3F75-5E6E-BE83-80689AD521D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93877" y="6271599"/>
            <a:ext cx="228600" cy="228600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73A0B911-5818-CEC3-FB87-63A1AAD90D6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68172" y="6276813"/>
            <a:ext cx="228600" cy="22860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6123D89-77CB-6FC1-50F9-11E5C37F7C5B}"/>
              </a:ext>
            </a:extLst>
          </p:cNvPr>
          <p:cNvCxnSpPr/>
          <p:nvPr/>
        </p:nvCxnSpPr>
        <p:spPr>
          <a:xfrm>
            <a:off x="4910578" y="2405394"/>
            <a:ext cx="7763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6214188-EB9B-AA85-05A5-F5959C2737E0}"/>
              </a:ext>
            </a:extLst>
          </p:cNvPr>
          <p:cNvSpPr txBox="1"/>
          <p:nvPr/>
        </p:nvSpPr>
        <p:spPr>
          <a:xfrm>
            <a:off x="5712836" y="2217001"/>
            <a:ext cx="15392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take away.png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BD8D4BD-12F1-75E6-A1CC-6881ACB183C1}"/>
              </a:ext>
            </a:extLst>
          </p:cNvPr>
          <p:cNvCxnSpPr>
            <a:cxnSpLocks/>
          </p:cNvCxnSpPr>
          <p:nvPr/>
        </p:nvCxnSpPr>
        <p:spPr>
          <a:xfrm flipH="1">
            <a:off x="1469591" y="4134762"/>
            <a:ext cx="9347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FB1EC48-4347-9D9F-E960-C6ABDBB06AF3}"/>
              </a:ext>
            </a:extLst>
          </p:cNvPr>
          <p:cNvSpPr txBox="1"/>
          <p:nvPr/>
        </p:nvSpPr>
        <p:spPr>
          <a:xfrm>
            <a:off x="90045" y="3697135"/>
            <a:ext cx="14350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group buying</a:t>
            </a:r>
          </a:p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.png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9D588C7-5FFC-DA36-5CB5-86E6104E19EC}"/>
              </a:ext>
            </a:extLst>
          </p:cNvPr>
          <p:cNvCxnSpPr>
            <a:cxnSpLocks/>
          </p:cNvCxnSpPr>
          <p:nvPr/>
        </p:nvCxnSpPr>
        <p:spPr>
          <a:xfrm flipH="1">
            <a:off x="1423551" y="4535480"/>
            <a:ext cx="19990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735EDAA6-06D5-96E2-C328-1291F181615B}"/>
              </a:ext>
            </a:extLst>
          </p:cNvPr>
          <p:cNvSpPr txBox="1"/>
          <p:nvPr/>
        </p:nvSpPr>
        <p:spPr>
          <a:xfrm>
            <a:off x="77118" y="4318498"/>
            <a:ext cx="12327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point redemption</a:t>
            </a:r>
          </a:p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.png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046186C-81C3-F532-60A6-334D65FB6306}"/>
              </a:ext>
            </a:extLst>
          </p:cNvPr>
          <p:cNvCxnSpPr>
            <a:cxnSpLocks/>
          </p:cNvCxnSpPr>
          <p:nvPr/>
        </p:nvCxnSpPr>
        <p:spPr>
          <a:xfrm>
            <a:off x="5150785" y="4436856"/>
            <a:ext cx="1084332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98C57731-FF32-43B9-A6E1-AC2DB8226B95}"/>
              </a:ext>
            </a:extLst>
          </p:cNvPr>
          <p:cNvSpPr txBox="1"/>
          <p:nvPr/>
        </p:nvSpPr>
        <p:spPr>
          <a:xfrm>
            <a:off x="6321207" y="4234664"/>
            <a:ext cx="10365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lucky draw.png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FAE9239-0F40-D38A-2BAC-3765D32FC717}"/>
              </a:ext>
            </a:extLst>
          </p:cNvPr>
          <p:cNvCxnSpPr/>
          <p:nvPr/>
        </p:nvCxnSpPr>
        <p:spPr>
          <a:xfrm>
            <a:off x="5103214" y="5147700"/>
            <a:ext cx="7763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33B43D94-01DB-A638-5ECF-DC5607DAA1F2}"/>
              </a:ext>
            </a:extLst>
          </p:cNvPr>
          <p:cNvSpPr txBox="1"/>
          <p:nvPr/>
        </p:nvSpPr>
        <p:spPr>
          <a:xfrm>
            <a:off x="5905472" y="4959307"/>
            <a:ext cx="1406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草莓芝士奶盖</a:t>
            </a:r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.jpg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7F51D468-5EC6-CFAB-4888-A754822DEEA4}"/>
              </a:ext>
            </a:extLst>
          </p:cNvPr>
          <p:cNvCxnSpPr>
            <a:cxnSpLocks/>
          </p:cNvCxnSpPr>
          <p:nvPr/>
        </p:nvCxnSpPr>
        <p:spPr>
          <a:xfrm flipV="1">
            <a:off x="10435901" y="2864771"/>
            <a:ext cx="0" cy="869831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7F29A3FC-FCF8-BAC7-5DD3-43550F00564B}"/>
              </a:ext>
            </a:extLst>
          </p:cNvPr>
          <p:cNvSpPr txBox="1"/>
          <p:nvPr/>
        </p:nvSpPr>
        <p:spPr>
          <a:xfrm>
            <a:off x="9666299" y="2401306"/>
            <a:ext cx="18421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芝士奶盖抹茶</a:t>
            </a:r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.jpg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1B062D2D-12EB-853E-0747-07BE82653D1C}"/>
              </a:ext>
            </a:extLst>
          </p:cNvPr>
          <p:cNvCxnSpPr>
            <a:cxnSpLocks/>
          </p:cNvCxnSpPr>
          <p:nvPr/>
        </p:nvCxnSpPr>
        <p:spPr>
          <a:xfrm flipH="1">
            <a:off x="7038415" y="5975352"/>
            <a:ext cx="9347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4065A637-EE2A-CB34-169B-2E16BE817C43}"/>
              </a:ext>
            </a:extLst>
          </p:cNvPr>
          <p:cNvSpPr txBox="1"/>
          <p:nvPr/>
        </p:nvSpPr>
        <p:spPr>
          <a:xfrm>
            <a:off x="5800510" y="5766493"/>
            <a:ext cx="1406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火龙果椰香奶茶</a:t>
            </a:r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.jpg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9651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F7AB3D2-6CAA-A14B-D4D9-05EDD7B56F76}"/>
              </a:ext>
            </a:extLst>
          </p:cNvPr>
          <p:cNvSpPr/>
          <p:nvPr/>
        </p:nvSpPr>
        <p:spPr>
          <a:xfrm>
            <a:off x="4366403" y="1177572"/>
            <a:ext cx="3455598" cy="6243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175FCF-F8C2-C852-A995-CCBA355823AA}"/>
              </a:ext>
            </a:extLst>
          </p:cNvPr>
          <p:cNvSpPr/>
          <p:nvPr/>
        </p:nvSpPr>
        <p:spPr>
          <a:xfrm>
            <a:off x="4366403" y="662185"/>
            <a:ext cx="3455598" cy="719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BF547F-8C28-F497-1AA2-A116F78C60E4}"/>
              </a:ext>
            </a:extLst>
          </p:cNvPr>
          <p:cNvSpPr txBox="1"/>
          <p:nvPr/>
        </p:nvSpPr>
        <p:spPr>
          <a:xfrm>
            <a:off x="0" y="0"/>
            <a:ext cx="14350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menu-default</a:t>
            </a:r>
          </a:p>
        </p:txBody>
      </p:sp>
      <p:sp>
        <p:nvSpPr>
          <p:cNvPr id="4" name="Rectangle: Rounded Corners 19">
            <a:extLst>
              <a:ext uri="{FF2B5EF4-FFF2-40B4-BE49-F238E27FC236}">
                <a16:creationId xmlns:a16="http://schemas.microsoft.com/office/drawing/2014/main" id="{B612798E-8210-4804-CB1F-8D4F253E9DE9}"/>
              </a:ext>
            </a:extLst>
          </p:cNvPr>
          <p:cNvSpPr/>
          <p:nvPr/>
        </p:nvSpPr>
        <p:spPr>
          <a:xfrm rot="10800000">
            <a:off x="4366403" y="254479"/>
            <a:ext cx="3455661" cy="417641"/>
          </a:xfrm>
          <a:custGeom>
            <a:avLst/>
            <a:gdLst>
              <a:gd name="connsiteX0" fmla="*/ 0 w 3459193"/>
              <a:gd name="connsiteY0" fmla="*/ 76268 h 416694"/>
              <a:gd name="connsiteX1" fmla="*/ 76268 w 3459193"/>
              <a:gd name="connsiteY1" fmla="*/ 0 h 416694"/>
              <a:gd name="connsiteX2" fmla="*/ 3382925 w 3459193"/>
              <a:gd name="connsiteY2" fmla="*/ 0 h 416694"/>
              <a:gd name="connsiteX3" fmla="*/ 3459193 w 3459193"/>
              <a:gd name="connsiteY3" fmla="*/ 76268 h 416694"/>
              <a:gd name="connsiteX4" fmla="*/ 3459193 w 3459193"/>
              <a:gd name="connsiteY4" fmla="*/ 340426 h 416694"/>
              <a:gd name="connsiteX5" fmla="*/ 3382925 w 3459193"/>
              <a:gd name="connsiteY5" fmla="*/ 416694 h 416694"/>
              <a:gd name="connsiteX6" fmla="*/ 76268 w 3459193"/>
              <a:gd name="connsiteY6" fmla="*/ 416694 h 416694"/>
              <a:gd name="connsiteX7" fmla="*/ 0 w 3459193"/>
              <a:gd name="connsiteY7" fmla="*/ 340426 h 416694"/>
              <a:gd name="connsiteX8" fmla="*/ 0 w 3459193"/>
              <a:gd name="connsiteY8" fmla="*/ 76268 h 416694"/>
              <a:gd name="connsiteX0" fmla="*/ 98 w 3459291"/>
              <a:gd name="connsiteY0" fmla="*/ 76268 h 416694"/>
              <a:gd name="connsiteX1" fmla="*/ 38266 w 3459291"/>
              <a:gd name="connsiteY1" fmla="*/ 0 h 416694"/>
              <a:gd name="connsiteX2" fmla="*/ 3383023 w 3459291"/>
              <a:gd name="connsiteY2" fmla="*/ 0 h 416694"/>
              <a:gd name="connsiteX3" fmla="*/ 3459291 w 3459291"/>
              <a:gd name="connsiteY3" fmla="*/ 76268 h 416694"/>
              <a:gd name="connsiteX4" fmla="*/ 3459291 w 3459291"/>
              <a:gd name="connsiteY4" fmla="*/ 340426 h 416694"/>
              <a:gd name="connsiteX5" fmla="*/ 3383023 w 3459291"/>
              <a:gd name="connsiteY5" fmla="*/ 416694 h 416694"/>
              <a:gd name="connsiteX6" fmla="*/ 76366 w 3459291"/>
              <a:gd name="connsiteY6" fmla="*/ 416694 h 416694"/>
              <a:gd name="connsiteX7" fmla="*/ 98 w 3459291"/>
              <a:gd name="connsiteY7" fmla="*/ 340426 h 416694"/>
              <a:gd name="connsiteX8" fmla="*/ 98 w 3459291"/>
              <a:gd name="connsiteY8" fmla="*/ 76268 h 416694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382925 w 3459193"/>
              <a:gd name="connsiteY2" fmla="*/ 2272 h 418966"/>
              <a:gd name="connsiteX3" fmla="*/ 3459193 w 3459193"/>
              <a:gd name="connsiteY3" fmla="*/ 785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470"/>
              <a:gd name="connsiteY0" fmla="*/ 30280 h 418966"/>
              <a:gd name="connsiteX1" fmla="*/ 38168 w 3459470"/>
              <a:gd name="connsiteY1" fmla="*/ 2272 h 418966"/>
              <a:gd name="connsiteX2" fmla="*/ 3422930 w 3459470"/>
              <a:gd name="connsiteY2" fmla="*/ 367 h 418966"/>
              <a:gd name="connsiteX3" fmla="*/ 3459193 w 3459470"/>
              <a:gd name="connsiteY3" fmla="*/ 78540 h 418966"/>
              <a:gd name="connsiteX4" fmla="*/ 3459193 w 3459470"/>
              <a:gd name="connsiteY4" fmla="*/ 342698 h 418966"/>
              <a:gd name="connsiteX5" fmla="*/ 3382925 w 3459470"/>
              <a:gd name="connsiteY5" fmla="*/ 418966 h 418966"/>
              <a:gd name="connsiteX6" fmla="*/ 76268 w 3459470"/>
              <a:gd name="connsiteY6" fmla="*/ 418966 h 418966"/>
              <a:gd name="connsiteX7" fmla="*/ 0 w 3459470"/>
              <a:gd name="connsiteY7" fmla="*/ 342698 h 418966"/>
              <a:gd name="connsiteX8" fmla="*/ 2540 w 3459470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01010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301010 w 3461098"/>
              <a:gd name="connsiteY5" fmla="*/ 418966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25529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20778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9194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342698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163946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162040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0363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9252"/>
              <a:gd name="connsiteX1" fmla="*/ 36262 w 3457565"/>
              <a:gd name="connsiteY1" fmla="*/ 2272 h 419252"/>
              <a:gd name="connsiteX2" fmla="*/ 3421024 w 3457565"/>
              <a:gd name="connsiteY2" fmla="*/ 367 h 419252"/>
              <a:gd name="connsiteX3" fmla="*/ 3457288 w 3457565"/>
              <a:gd name="connsiteY3" fmla="*/ 40440 h 419252"/>
              <a:gd name="connsiteX4" fmla="*/ 3457286 w 3457565"/>
              <a:gd name="connsiteY4" fmla="*/ 196013 h 419252"/>
              <a:gd name="connsiteX5" fmla="*/ 3192424 w 3457565"/>
              <a:gd name="connsiteY5" fmla="*/ 417061 h 419252"/>
              <a:gd name="connsiteX6" fmla="*/ 242094 w 3457565"/>
              <a:gd name="connsiteY6" fmla="*/ 418966 h 419252"/>
              <a:gd name="connsiteX7" fmla="*/ 0 w 3457565"/>
              <a:gd name="connsiteY7" fmla="*/ 192202 h 419252"/>
              <a:gd name="connsiteX8" fmla="*/ 634 w 3457565"/>
              <a:gd name="connsiteY8" fmla="*/ 30280 h 419252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374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3740 h 417643"/>
              <a:gd name="connsiteX0" fmla="*/ 634 w 3457565"/>
              <a:gd name="connsiteY0" fmla="*/ 3755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7550 h 417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57565" h="417643">
                <a:moveTo>
                  <a:pt x="634" y="37550"/>
                </a:moveTo>
                <a:cubicBezTo>
                  <a:pt x="634" y="-4572"/>
                  <a:pt x="-5860" y="1922"/>
                  <a:pt x="36262" y="1922"/>
                </a:cubicBezTo>
                <a:lnTo>
                  <a:pt x="3421024" y="17"/>
                </a:lnTo>
                <a:cubicBezTo>
                  <a:pt x="3463146" y="17"/>
                  <a:pt x="3457288" y="-2032"/>
                  <a:pt x="3457288" y="40090"/>
                </a:cubicBezTo>
                <a:cubicBezTo>
                  <a:pt x="3457923" y="91948"/>
                  <a:pt x="3456651" y="143805"/>
                  <a:pt x="3457286" y="195663"/>
                </a:cubicBezTo>
                <a:cubicBezTo>
                  <a:pt x="3438236" y="363515"/>
                  <a:pt x="3278361" y="426236"/>
                  <a:pt x="3192424" y="416711"/>
                </a:cubicBezTo>
                <a:lnTo>
                  <a:pt x="264967" y="416711"/>
                </a:lnTo>
                <a:cubicBezTo>
                  <a:pt x="163757" y="426236"/>
                  <a:pt x="9530" y="344465"/>
                  <a:pt x="0" y="191852"/>
                </a:cubicBezTo>
                <a:cubicBezTo>
                  <a:pt x="847" y="87713"/>
                  <a:pt x="-213" y="141689"/>
                  <a:pt x="634" y="375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A1D5C7-6180-BFDC-8F00-441EA329C8AA}"/>
              </a:ext>
            </a:extLst>
          </p:cNvPr>
          <p:cNvSpPr txBox="1"/>
          <p:nvPr/>
        </p:nvSpPr>
        <p:spPr>
          <a:xfrm>
            <a:off x="5644594" y="313407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自助点餐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0A9105C-5ABF-C0B8-176E-09F08DDB6524}"/>
              </a:ext>
            </a:extLst>
          </p:cNvPr>
          <p:cNvSpPr/>
          <p:nvPr/>
        </p:nvSpPr>
        <p:spPr>
          <a:xfrm>
            <a:off x="7120108" y="342725"/>
            <a:ext cx="618621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B61ECAD-564F-3097-3B5A-19DFF812633E}"/>
              </a:ext>
            </a:extLst>
          </p:cNvPr>
          <p:cNvCxnSpPr>
            <a:cxnSpLocks/>
          </p:cNvCxnSpPr>
          <p:nvPr/>
        </p:nvCxnSpPr>
        <p:spPr>
          <a:xfrm>
            <a:off x="7429355" y="383726"/>
            <a:ext cx="63" cy="16047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B2C5C4EB-A51E-F68E-AF30-95301F5D2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543" y="393486"/>
            <a:ext cx="131536" cy="131536"/>
          </a:xfrm>
          <a:prstGeom prst="rect">
            <a:avLst/>
          </a:prstGeom>
        </p:spPr>
      </p:pic>
      <p:pic>
        <p:nvPicPr>
          <p:cNvPr id="9" name="Picture 8" descr="A row of dots on a black background&#10;&#10;AI-generated content may be incorrect.">
            <a:extLst>
              <a:ext uri="{FF2B5EF4-FFF2-40B4-BE49-F238E27FC236}">
                <a16:creationId xmlns:a16="http://schemas.microsoft.com/office/drawing/2014/main" id="{8E23EC43-2234-AB3A-9948-1044315FBB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4317" y="390331"/>
            <a:ext cx="146304" cy="1463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DF57ADC-2427-425A-7975-8794DE856762}"/>
              </a:ext>
            </a:extLst>
          </p:cNvPr>
          <p:cNvSpPr txBox="1"/>
          <p:nvPr/>
        </p:nvSpPr>
        <p:spPr>
          <a:xfrm>
            <a:off x="4430954" y="783119"/>
            <a:ext cx="7521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latin typeface="Aptos Narrow" panose="020B0004020202020204" pitchFamily="34" charset="0"/>
                <a:cs typeface="Arial" panose="020B0604020202020204" pitchFamily="34" charset="0"/>
              </a:rPr>
              <a:t>奶茶馆 </a:t>
            </a:r>
            <a:r>
              <a:rPr lang="en-US" altLang="zh-CN" sz="1200" b="1" dirty="0">
                <a:latin typeface="Aptos Narrow" panose="020B0004020202020204" pitchFamily="34" charset="0"/>
                <a:cs typeface="Arial" panose="020B0604020202020204" pitchFamily="34" charset="0"/>
              </a:rPr>
              <a:t>&gt;</a:t>
            </a:r>
            <a:endParaRPr lang="en-US" sz="12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97D8C85-E0DF-26D7-4543-F803931B5053}"/>
              </a:ext>
            </a:extLst>
          </p:cNvPr>
          <p:cNvSpPr/>
          <p:nvPr/>
        </p:nvSpPr>
        <p:spPr>
          <a:xfrm>
            <a:off x="6582966" y="767731"/>
            <a:ext cx="1100674" cy="307777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50" b="1" dirty="0">
                <a:solidFill>
                  <a:schemeClr val="tx1"/>
                </a:solidFill>
              </a:rPr>
              <a:t> 自取</a:t>
            </a:r>
            <a:endParaRPr lang="en-US" sz="1050" b="1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F6E00B1-220F-5CFF-1328-F901F4FE3F37}"/>
              </a:ext>
            </a:extLst>
          </p:cNvPr>
          <p:cNvSpPr/>
          <p:nvPr/>
        </p:nvSpPr>
        <p:spPr>
          <a:xfrm>
            <a:off x="7134029" y="798175"/>
            <a:ext cx="523984" cy="246888"/>
          </a:xfrm>
          <a:prstGeom prst="roundRect">
            <a:avLst>
              <a:gd name="adj" fmla="val 50000"/>
            </a:avLst>
          </a:prstGeom>
          <a:solidFill>
            <a:srgbClr val="AE7F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b="1" dirty="0">
                <a:solidFill>
                  <a:schemeClr val="bg1"/>
                </a:solidFill>
              </a:rPr>
              <a:t>外卖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66A244-32C5-8324-B3C2-C8CC7D5EA547}"/>
              </a:ext>
            </a:extLst>
          </p:cNvPr>
          <p:cNvSpPr txBox="1"/>
          <p:nvPr/>
        </p:nvSpPr>
        <p:spPr>
          <a:xfrm>
            <a:off x="4430954" y="1095828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b="1" dirty="0">
                <a:latin typeface="Aptos Narrow" panose="020B0004020202020204" pitchFamily="34" charset="0"/>
                <a:cs typeface="Arial" panose="020B0604020202020204" pitchFamily="34" charset="0"/>
              </a:rPr>
              <a:t>领劵</a:t>
            </a:r>
            <a:endParaRPr lang="en-US" sz="8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A84BE4-12A8-7E6E-1A83-B8B039AFA394}"/>
              </a:ext>
            </a:extLst>
          </p:cNvPr>
          <p:cNvSpPr/>
          <p:nvPr/>
        </p:nvSpPr>
        <p:spPr>
          <a:xfrm>
            <a:off x="4882594" y="1147670"/>
            <a:ext cx="640080" cy="111760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rgbClr val="FF0000"/>
                </a:solidFill>
                <a:latin typeface="+mj-ea"/>
                <a:ea typeface="+mj-ea"/>
              </a:rPr>
              <a:t>满</a:t>
            </a:r>
            <a:r>
              <a:rPr lang="en-US" altLang="zh-CN" sz="800" dirty="0">
                <a:solidFill>
                  <a:srgbClr val="FF0000"/>
                </a:solidFill>
                <a:latin typeface="+mj-ea"/>
                <a:ea typeface="+mj-ea"/>
              </a:rPr>
              <a:t>99</a:t>
            </a:r>
            <a:r>
              <a:rPr lang="zh-CN" altLang="en-US" sz="800" dirty="0">
                <a:solidFill>
                  <a:srgbClr val="FF0000"/>
                </a:solidFill>
                <a:latin typeface="+mj-ea"/>
                <a:ea typeface="+mj-ea"/>
              </a:rPr>
              <a:t>减</a:t>
            </a:r>
            <a:r>
              <a:rPr lang="en-US" altLang="zh-CN" sz="800" dirty="0">
                <a:solidFill>
                  <a:srgbClr val="FF0000"/>
                </a:solidFill>
                <a:latin typeface="+mj-ea"/>
                <a:ea typeface="+mj-ea"/>
              </a:rPr>
              <a:t>25</a:t>
            </a:r>
            <a:endParaRPr lang="en-US" sz="8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34B769-B327-DB80-047C-613F44975BE3}"/>
              </a:ext>
            </a:extLst>
          </p:cNvPr>
          <p:cNvSpPr/>
          <p:nvPr/>
        </p:nvSpPr>
        <p:spPr>
          <a:xfrm>
            <a:off x="5583634" y="1147670"/>
            <a:ext cx="731520" cy="111760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rgbClr val="FF0000"/>
                </a:solidFill>
                <a:latin typeface="+mj-ea"/>
                <a:ea typeface="+mj-ea"/>
              </a:rPr>
              <a:t>满</a:t>
            </a:r>
            <a:r>
              <a:rPr lang="en-US" altLang="zh-CN" sz="800" dirty="0">
                <a:solidFill>
                  <a:srgbClr val="FF0000"/>
                </a:solidFill>
                <a:latin typeface="+mj-ea"/>
                <a:ea typeface="+mj-ea"/>
              </a:rPr>
              <a:t>100</a:t>
            </a:r>
            <a:r>
              <a:rPr lang="zh-CN" altLang="en-US" sz="800" dirty="0">
                <a:solidFill>
                  <a:srgbClr val="FF0000"/>
                </a:solidFill>
                <a:latin typeface="+mj-ea"/>
                <a:ea typeface="+mj-ea"/>
              </a:rPr>
              <a:t>享</a:t>
            </a:r>
            <a:r>
              <a:rPr lang="en-US" altLang="zh-CN" sz="800" dirty="0">
                <a:solidFill>
                  <a:srgbClr val="FF0000"/>
                </a:solidFill>
                <a:latin typeface="+mj-ea"/>
                <a:ea typeface="+mj-ea"/>
              </a:rPr>
              <a:t>8</a:t>
            </a:r>
            <a:r>
              <a:rPr lang="zh-CN" altLang="en-US" sz="800" dirty="0">
                <a:solidFill>
                  <a:srgbClr val="FF0000"/>
                </a:solidFill>
                <a:latin typeface="+mj-ea"/>
                <a:ea typeface="+mj-ea"/>
              </a:rPr>
              <a:t>折</a:t>
            </a:r>
            <a:endParaRPr lang="en-US" sz="8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BAEA7C-75DE-F51D-D8B1-F18FD493936C}"/>
              </a:ext>
            </a:extLst>
          </p:cNvPr>
          <p:cNvSpPr txBox="1"/>
          <p:nvPr/>
        </p:nvSpPr>
        <p:spPr>
          <a:xfrm>
            <a:off x="7200012" y="1095828"/>
            <a:ext cx="5647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b="1" dirty="0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去领劵 </a:t>
            </a:r>
            <a:r>
              <a:rPr lang="en-US" altLang="zh-CN" sz="800" b="1" dirty="0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&gt;</a:t>
            </a:r>
            <a:endParaRPr lang="en-US" sz="800" b="1" dirty="0">
              <a:solidFill>
                <a:schemeClr val="bg2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3B14CF-1706-61A4-DD44-AC623E5480A5}"/>
              </a:ext>
            </a:extLst>
          </p:cNvPr>
          <p:cNvSpPr/>
          <p:nvPr/>
        </p:nvSpPr>
        <p:spPr>
          <a:xfrm>
            <a:off x="4366403" y="1483825"/>
            <a:ext cx="3455598" cy="4160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FD06EE-BB3E-E658-55EA-F1B1CB12B7A1}"/>
              </a:ext>
            </a:extLst>
          </p:cNvPr>
          <p:cNvSpPr txBox="1"/>
          <p:nvPr/>
        </p:nvSpPr>
        <p:spPr>
          <a:xfrm>
            <a:off x="4430954" y="1513379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b="1" dirty="0">
                <a:latin typeface="Aptos Narrow" panose="020B0004020202020204" pitchFamily="34" charset="0"/>
                <a:cs typeface="Arial" panose="020B0604020202020204" pitchFamily="34" charset="0"/>
              </a:rPr>
              <a:t>点餐</a:t>
            </a:r>
            <a:endParaRPr lang="en-US" sz="105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5D276D-775F-E928-1E4A-068B8189772C}"/>
              </a:ext>
            </a:extLst>
          </p:cNvPr>
          <p:cNvSpPr txBox="1"/>
          <p:nvPr/>
        </p:nvSpPr>
        <p:spPr>
          <a:xfrm>
            <a:off x="4956098" y="1518459"/>
            <a:ext cx="4539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b="1" dirty="0">
                <a:latin typeface="Aptos Narrow" panose="020B0004020202020204" pitchFamily="34" charset="0"/>
                <a:cs typeface="Arial" panose="020B0604020202020204" pitchFamily="34" charset="0"/>
              </a:rPr>
              <a:t>评价</a:t>
            </a:r>
            <a:endParaRPr lang="en-US" sz="105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BFE051-7D70-599B-D7A5-F8E15CB32410}"/>
              </a:ext>
            </a:extLst>
          </p:cNvPr>
          <p:cNvSpPr txBox="1"/>
          <p:nvPr/>
        </p:nvSpPr>
        <p:spPr>
          <a:xfrm>
            <a:off x="5468418" y="1518459"/>
            <a:ext cx="4539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b="1" dirty="0">
                <a:latin typeface="Aptos Narrow" panose="020B0004020202020204" pitchFamily="34" charset="0"/>
                <a:cs typeface="Arial" panose="020B0604020202020204" pitchFamily="34" charset="0"/>
              </a:rPr>
              <a:t>商店</a:t>
            </a:r>
            <a:endParaRPr lang="en-US" sz="105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5F34568-CB1E-7A69-EBFD-83F927B45FE8}"/>
              </a:ext>
            </a:extLst>
          </p:cNvPr>
          <p:cNvCxnSpPr>
            <a:cxnSpLocks/>
          </p:cNvCxnSpPr>
          <p:nvPr/>
        </p:nvCxnSpPr>
        <p:spPr>
          <a:xfrm>
            <a:off x="4371483" y="1828800"/>
            <a:ext cx="3429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85A36F2-E4B2-F02B-46C7-19A959DB5565}"/>
              </a:ext>
            </a:extLst>
          </p:cNvPr>
          <p:cNvSpPr/>
          <p:nvPr/>
        </p:nvSpPr>
        <p:spPr>
          <a:xfrm>
            <a:off x="4572911" y="1758659"/>
            <a:ext cx="182880" cy="27432"/>
          </a:xfrm>
          <a:prstGeom prst="roundRect">
            <a:avLst>
              <a:gd name="adj" fmla="val 50000"/>
            </a:avLst>
          </a:prstGeom>
          <a:solidFill>
            <a:srgbClr val="AE7F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BC3C426-E662-B90C-E047-CB126D09BA44}"/>
              </a:ext>
            </a:extLst>
          </p:cNvPr>
          <p:cNvSpPr/>
          <p:nvPr/>
        </p:nvSpPr>
        <p:spPr>
          <a:xfrm>
            <a:off x="4366403" y="1844040"/>
            <a:ext cx="3455598" cy="4160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CDC749D-CF0B-5699-71B6-84057F07A3AE}"/>
              </a:ext>
            </a:extLst>
          </p:cNvPr>
          <p:cNvSpPr txBox="1"/>
          <p:nvPr/>
        </p:nvSpPr>
        <p:spPr>
          <a:xfrm>
            <a:off x="4548042" y="1936671"/>
            <a:ext cx="4154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Aptos Narrow" panose="020B0004020202020204" pitchFamily="34" charset="0"/>
                <a:cs typeface="Arial" panose="020B0604020202020204" pitchFamily="34" charset="0"/>
              </a:rPr>
              <a:t>热销</a:t>
            </a:r>
            <a:endParaRPr lang="en-US" sz="9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FD981E4-2BAB-804E-B9EF-D72E39274CCC}"/>
              </a:ext>
            </a:extLst>
          </p:cNvPr>
          <p:cNvSpPr txBox="1"/>
          <p:nvPr/>
        </p:nvSpPr>
        <p:spPr>
          <a:xfrm>
            <a:off x="5203348" y="1935014"/>
            <a:ext cx="4154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热销</a:t>
            </a:r>
            <a:endParaRPr lang="en-US" sz="900" dirty="0">
              <a:solidFill>
                <a:schemeClr val="bg2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81E0364-3D1E-6B65-AF3B-E1E6F1AD37D4}"/>
              </a:ext>
            </a:extLst>
          </p:cNvPr>
          <p:cNvSpPr/>
          <p:nvPr/>
        </p:nvSpPr>
        <p:spPr>
          <a:xfrm>
            <a:off x="4365993" y="2266052"/>
            <a:ext cx="776085" cy="3926199"/>
          </a:xfrm>
          <a:custGeom>
            <a:avLst/>
            <a:gdLst>
              <a:gd name="connsiteX0" fmla="*/ 0 w 822960"/>
              <a:gd name="connsiteY0" fmla="*/ 137163 h 1640840"/>
              <a:gd name="connsiteX1" fmla="*/ 137163 w 822960"/>
              <a:gd name="connsiteY1" fmla="*/ 0 h 1640840"/>
              <a:gd name="connsiteX2" fmla="*/ 685797 w 822960"/>
              <a:gd name="connsiteY2" fmla="*/ 0 h 1640840"/>
              <a:gd name="connsiteX3" fmla="*/ 822960 w 822960"/>
              <a:gd name="connsiteY3" fmla="*/ 137163 h 1640840"/>
              <a:gd name="connsiteX4" fmla="*/ 822960 w 822960"/>
              <a:gd name="connsiteY4" fmla="*/ 1503677 h 1640840"/>
              <a:gd name="connsiteX5" fmla="*/ 685797 w 822960"/>
              <a:gd name="connsiteY5" fmla="*/ 1640840 h 1640840"/>
              <a:gd name="connsiteX6" fmla="*/ 137163 w 822960"/>
              <a:gd name="connsiteY6" fmla="*/ 1640840 h 1640840"/>
              <a:gd name="connsiteX7" fmla="*/ 0 w 822960"/>
              <a:gd name="connsiteY7" fmla="*/ 1503677 h 1640840"/>
              <a:gd name="connsiteX8" fmla="*/ 0 w 822960"/>
              <a:gd name="connsiteY8" fmla="*/ 137163 h 1640840"/>
              <a:gd name="connsiteX0" fmla="*/ 0 w 822960"/>
              <a:gd name="connsiteY0" fmla="*/ 137163 h 1640840"/>
              <a:gd name="connsiteX1" fmla="*/ 78743 w 822960"/>
              <a:gd name="connsiteY1" fmla="*/ 0 h 1640840"/>
              <a:gd name="connsiteX2" fmla="*/ 685797 w 822960"/>
              <a:gd name="connsiteY2" fmla="*/ 0 h 1640840"/>
              <a:gd name="connsiteX3" fmla="*/ 822960 w 822960"/>
              <a:gd name="connsiteY3" fmla="*/ 137163 h 1640840"/>
              <a:gd name="connsiteX4" fmla="*/ 822960 w 822960"/>
              <a:gd name="connsiteY4" fmla="*/ 1503677 h 1640840"/>
              <a:gd name="connsiteX5" fmla="*/ 685797 w 822960"/>
              <a:gd name="connsiteY5" fmla="*/ 1640840 h 1640840"/>
              <a:gd name="connsiteX6" fmla="*/ 137163 w 822960"/>
              <a:gd name="connsiteY6" fmla="*/ 1640840 h 1640840"/>
              <a:gd name="connsiteX7" fmla="*/ 0 w 822960"/>
              <a:gd name="connsiteY7" fmla="*/ 1503677 h 1640840"/>
              <a:gd name="connsiteX8" fmla="*/ 0 w 822960"/>
              <a:gd name="connsiteY8" fmla="*/ 137163 h 1640840"/>
              <a:gd name="connsiteX0" fmla="*/ 2540 w 822960"/>
              <a:gd name="connsiteY0" fmla="*/ 73668 h 1640845"/>
              <a:gd name="connsiteX1" fmla="*/ 78743 w 822960"/>
              <a:gd name="connsiteY1" fmla="*/ 5 h 1640845"/>
              <a:gd name="connsiteX2" fmla="*/ 685797 w 822960"/>
              <a:gd name="connsiteY2" fmla="*/ 5 h 1640845"/>
              <a:gd name="connsiteX3" fmla="*/ 822960 w 822960"/>
              <a:gd name="connsiteY3" fmla="*/ 137168 h 1640845"/>
              <a:gd name="connsiteX4" fmla="*/ 822960 w 822960"/>
              <a:gd name="connsiteY4" fmla="*/ 1503682 h 1640845"/>
              <a:gd name="connsiteX5" fmla="*/ 685797 w 822960"/>
              <a:gd name="connsiteY5" fmla="*/ 1640845 h 1640845"/>
              <a:gd name="connsiteX6" fmla="*/ 137163 w 822960"/>
              <a:gd name="connsiteY6" fmla="*/ 1640845 h 1640845"/>
              <a:gd name="connsiteX7" fmla="*/ 0 w 822960"/>
              <a:gd name="connsiteY7" fmla="*/ 1503682 h 1640845"/>
              <a:gd name="connsiteX8" fmla="*/ 2540 w 822960"/>
              <a:gd name="connsiteY8" fmla="*/ 73668 h 1640845"/>
              <a:gd name="connsiteX0" fmla="*/ 2540 w 822960"/>
              <a:gd name="connsiteY0" fmla="*/ 73668 h 1640845"/>
              <a:gd name="connsiteX1" fmla="*/ 71123 w 822960"/>
              <a:gd name="connsiteY1" fmla="*/ 5 h 1640845"/>
              <a:gd name="connsiteX2" fmla="*/ 685797 w 822960"/>
              <a:gd name="connsiteY2" fmla="*/ 5 h 1640845"/>
              <a:gd name="connsiteX3" fmla="*/ 822960 w 822960"/>
              <a:gd name="connsiteY3" fmla="*/ 137168 h 1640845"/>
              <a:gd name="connsiteX4" fmla="*/ 822960 w 822960"/>
              <a:gd name="connsiteY4" fmla="*/ 1503682 h 1640845"/>
              <a:gd name="connsiteX5" fmla="*/ 685797 w 822960"/>
              <a:gd name="connsiteY5" fmla="*/ 1640845 h 1640845"/>
              <a:gd name="connsiteX6" fmla="*/ 137163 w 822960"/>
              <a:gd name="connsiteY6" fmla="*/ 1640845 h 1640845"/>
              <a:gd name="connsiteX7" fmla="*/ 0 w 822960"/>
              <a:gd name="connsiteY7" fmla="*/ 1503682 h 1640845"/>
              <a:gd name="connsiteX8" fmla="*/ 2540 w 822960"/>
              <a:gd name="connsiteY8" fmla="*/ 73668 h 1640845"/>
              <a:gd name="connsiteX0" fmla="*/ 2721 w 823141"/>
              <a:gd name="connsiteY0" fmla="*/ 73668 h 1640845"/>
              <a:gd name="connsiteX1" fmla="*/ 71304 w 823141"/>
              <a:gd name="connsiteY1" fmla="*/ 5 h 1640845"/>
              <a:gd name="connsiteX2" fmla="*/ 685978 w 823141"/>
              <a:gd name="connsiteY2" fmla="*/ 5 h 1640845"/>
              <a:gd name="connsiteX3" fmla="*/ 823141 w 823141"/>
              <a:gd name="connsiteY3" fmla="*/ 137168 h 1640845"/>
              <a:gd name="connsiteX4" fmla="*/ 823141 w 823141"/>
              <a:gd name="connsiteY4" fmla="*/ 1503682 h 1640845"/>
              <a:gd name="connsiteX5" fmla="*/ 685978 w 823141"/>
              <a:gd name="connsiteY5" fmla="*/ 1640845 h 1640845"/>
              <a:gd name="connsiteX6" fmla="*/ 68764 w 823141"/>
              <a:gd name="connsiteY6" fmla="*/ 1640845 h 1640845"/>
              <a:gd name="connsiteX7" fmla="*/ 181 w 823141"/>
              <a:gd name="connsiteY7" fmla="*/ 1503682 h 1640845"/>
              <a:gd name="connsiteX8" fmla="*/ 2721 w 823141"/>
              <a:gd name="connsiteY8" fmla="*/ 73668 h 1640845"/>
              <a:gd name="connsiteX0" fmla="*/ 2721 w 823141"/>
              <a:gd name="connsiteY0" fmla="*/ 73668 h 1640845"/>
              <a:gd name="connsiteX1" fmla="*/ 71304 w 823141"/>
              <a:gd name="connsiteY1" fmla="*/ 5 h 1640845"/>
              <a:gd name="connsiteX2" fmla="*/ 685978 w 823141"/>
              <a:gd name="connsiteY2" fmla="*/ 5 h 1640845"/>
              <a:gd name="connsiteX3" fmla="*/ 823141 w 823141"/>
              <a:gd name="connsiteY3" fmla="*/ 137168 h 1640845"/>
              <a:gd name="connsiteX4" fmla="*/ 823141 w 823141"/>
              <a:gd name="connsiteY4" fmla="*/ 1503682 h 1640845"/>
              <a:gd name="connsiteX5" fmla="*/ 685978 w 823141"/>
              <a:gd name="connsiteY5" fmla="*/ 1640845 h 1640845"/>
              <a:gd name="connsiteX6" fmla="*/ 68764 w 823141"/>
              <a:gd name="connsiteY6" fmla="*/ 1640845 h 1640845"/>
              <a:gd name="connsiteX7" fmla="*/ 181 w 823141"/>
              <a:gd name="connsiteY7" fmla="*/ 1541782 h 1640845"/>
              <a:gd name="connsiteX8" fmla="*/ 2721 w 823141"/>
              <a:gd name="connsiteY8" fmla="*/ 73668 h 1640845"/>
              <a:gd name="connsiteX0" fmla="*/ 2721 w 823141"/>
              <a:gd name="connsiteY0" fmla="*/ 73668 h 1640845"/>
              <a:gd name="connsiteX1" fmla="*/ 71304 w 823141"/>
              <a:gd name="connsiteY1" fmla="*/ 5 h 1640845"/>
              <a:gd name="connsiteX2" fmla="*/ 685978 w 823141"/>
              <a:gd name="connsiteY2" fmla="*/ 5 h 1640845"/>
              <a:gd name="connsiteX3" fmla="*/ 823141 w 823141"/>
              <a:gd name="connsiteY3" fmla="*/ 137168 h 1640845"/>
              <a:gd name="connsiteX4" fmla="*/ 823141 w 823141"/>
              <a:gd name="connsiteY4" fmla="*/ 1503682 h 1640845"/>
              <a:gd name="connsiteX5" fmla="*/ 685978 w 823141"/>
              <a:gd name="connsiteY5" fmla="*/ 1640845 h 1640845"/>
              <a:gd name="connsiteX6" fmla="*/ 68764 w 823141"/>
              <a:gd name="connsiteY6" fmla="*/ 1640845 h 1640845"/>
              <a:gd name="connsiteX7" fmla="*/ 181 w 823141"/>
              <a:gd name="connsiteY7" fmla="*/ 1557022 h 1640845"/>
              <a:gd name="connsiteX8" fmla="*/ 2721 w 823141"/>
              <a:gd name="connsiteY8" fmla="*/ 73668 h 1640845"/>
              <a:gd name="connsiteX0" fmla="*/ 2721 w 823141"/>
              <a:gd name="connsiteY0" fmla="*/ 73668 h 1640845"/>
              <a:gd name="connsiteX1" fmla="*/ 71304 w 823141"/>
              <a:gd name="connsiteY1" fmla="*/ 5 h 1640845"/>
              <a:gd name="connsiteX2" fmla="*/ 685978 w 823141"/>
              <a:gd name="connsiteY2" fmla="*/ 5 h 1640845"/>
              <a:gd name="connsiteX3" fmla="*/ 823141 w 823141"/>
              <a:gd name="connsiteY3" fmla="*/ 137168 h 1640845"/>
              <a:gd name="connsiteX4" fmla="*/ 823141 w 823141"/>
              <a:gd name="connsiteY4" fmla="*/ 1503682 h 1640845"/>
              <a:gd name="connsiteX5" fmla="*/ 685978 w 823141"/>
              <a:gd name="connsiteY5" fmla="*/ 1640845 h 1640845"/>
              <a:gd name="connsiteX6" fmla="*/ 68764 w 823141"/>
              <a:gd name="connsiteY6" fmla="*/ 1640845 h 1640845"/>
              <a:gd name="connsiteX7" fmla="*/ 181 w 823141"/>
              <a:gd name="connsiteY7" fmla="*/ 1564642 h 1640845"/>
              <a:gd name="connsiteX8" fmla="*/ 2721 w 823141"/>
              <a:gd name="connsiteY8" fmla="*/ 73668 h 1640845"/>
              <a:gd name="connsiteX0" fmla="*/ 3271 w 823691"/>
              <a:gd name="connsiteY0" fmla="*/ 73668 h 1640845"/>
              <a:gd name="connsiteX1" fmla="*/ 71854 w 823691"/>
              <a:gd name="connsiteY1" fmla="*/ 5 h 1640845"/>
              <a:gd name="connsiteX2" fmla="*/ 686528 w 823691"/>
              <a:gd name="connsiteY2" fmla="*/ 5 h 1640845"/>
              <a:gd name="connsiteX3" fmla="*/ 823691 w 823691"/>
              <a:gd name="connsiteY3" fmla="*/ 137168 h 1640845"/>
              <a:gd name="connsiteX4" fmla="*/ 823691 w 823691"/>
              <a:gd name="connsiteY4" fmla="*/ 1503682 h 1640845"/>
              <a:gd name="connsiteX5" fmla="*/ 686528 w 823691"/>
              <a:gd name="connsiteY5" fmla="*/ 1640845 h 1640845"/>
              <a:gd name="connsiteX6" fmla="*/ 64234 w 823691"/>
              <a:gd name="connsiteY6" fmla="*/ 1640845 h 1640845"/>
              <a:gd name="connsiteX7" fmla="*/ 731 w 823691"/>
              <a:gd name="connsiteY7" fmla="*/ 1564642 h 1640845"/>
              <a:gd name="connsiteX8" fmla="*/ 3271 w 823691"/>
              <a:gd name="connsiteY8" fmla="*/ 73668 h 1640845"/>
              <a:gd name="connsiteX0" fmla="*/ 3271 w 823691"/>
              <a:gd name="connsiteY0" fmla="*/ 76356 h 1643533"/>
              <a:gd name="connsiteX1" fmla="*/ 71854 w 823691"/>
              <a:gd name="connsiteY1" fmla="*/ 2693 h 1643533"/>
              <a:gd name="connsiteX2" fmla="*/ 626035 w 823691"/>
              <a:gd name="connsiteY2" fmla="*/ 0 h 1643533"/>
              <a:gd name="connsiteX3" fmla="*/ 823691 w 823691"/>
              <a:gd name="connsiteY3" fmla="*/ 139856 h 1643533"/>
              <a:gd name="connsiteX4" fmla="*/ 823691 w 823691"/>
              <a:gd name="connsiteY4" fmla="*/ 1506370 h 1643533"/>
              <a:gd name="connsiteX5" fmla="*/ 686528 w 823691"/>
              <a:gd name="connsiteY5" fmla="*/ 1643533 h 1643533"/>
              <a:gd name="connsiteX6" fmla="*/ 64234 w 823691"/>
              <a:gd name="connsiteY6" fmla="*/ 1643533 h 1643533"/>
              <a:gd name="connsiteX7" fmla="*/ 731 w 823691"/>
              <a:gd name="connsiteY7" fmla="*/ 1567330 h 1643533"/>
              <a:gd name="connsiteX8" fmla="*/ 3271 w 823691"/>
              <a:gd name="connsiteY8" fmla="*/ 76356 h 1643533"/>
              <a:gd name="connsiteX0" fmla="*/ 3271 w 824391"/>
              <a:gd name="connsiteY0" fmla="*/ 76356 h 1643533"/>
              <a:gd name="connsiteX1" fmla="*/ 71854 w 824391"/>
              <a:gd name="connsiteY1" fmla="*/ 2693 h 1643533"/>
              <a:gd name="connsiteX2" fmla="*/ 626035 w 824391"/>
              <a:gd name="connsiteY2" fmla="*/ 0 h 1643533"/>
              <a:gd name="connsiteX3" fmla="*/ 823691 w 824391"/>
              <a:gd name="connsiteY3" fmla="*/ 139856 h 1643533"/>
              <a:gd name="connsiteX4" fmla="*/ 823691 w 824391"/>
              <a:gd name="connsiteY4" fmla="*/ 1506370 h 1643533"/>
              <a:gd name="connsiteX5" fmla="*/ 686528 w 824391"/>
              <a:gd name="connsiteY5" fmla="*/ 1643533 h 1643533"/>
              <a:gd name="connsiteX6" fmla="*/ 64234 w 824391"/>
              <a:gd name="connsiteY6" fmla="*/ 1643533 h 1643533"/>
              <a:gd name="connsiteX7" fmla="*/ 731 w 824391"/>
              <a:gd name="connsiteY7" fmla="*/ 1567330 h 1643533"/>
              <a:gd name="connsiteX8" fmla="*/ 3271 w 824391"/>
              <a:gd name="connsiteY8" fmla="*/ 76356 h 1643533"/>
              <a:gd name="connsiteX0" fmla="*/ 3271 w 824391"/>
              <a:gd name="connsiteY0" fmla="*/ 76356 h 1643533"/>
              <a:gd name="connsiteX1" fmla="*/ 63212 w 824391"/>
              <a:gd name="connsiteY1" fmla="*/ 2693 h 1643533"/>
              <a:gd name="connsiteX2" fmla="*/ 626035 w 824391"/>
              <a:gd name="connsiteY2" fmla="*/ 0 h 1643533"/>
              <a:gd name="connsiteX3" fmla="*/ 823691 w 824391"/>
              <a:gd name="connsiteY3" fmla="*/ 139856 h 1643533"/>
              <a:gd name="connsiteX4" fmla="*/ 823691 w 824391"/>
              <a:gd name="connsiteY4" fmla="*/ 1506370 h 1643533"/>
              <a:gd name="connsiteX5" fmla="*/ 686528 w 824391"/>
              <a:gd name="connsiteY5" fmla="*/ 1643533 h 1643533"/>
              <a:gd name="connsiteX6" fmla="*/ 64234 w 824391"/>
              <a:gd name="connsiteY6" fmla="*/ 1643533 h 1643533"/>
              <a:gd name="connsiteX7" fmla="*/ 731 w 824391"/>
              <a:gd name="connsiteY7" fmla="*/ 1567330 h 1643533"/>
              <a:gd name="connsiteX8" fmla="*/ 3271 w 824391"/>
              <a:gd name="connsiteY8" fmla="*/ 76356 h 1643533"/>
              <a:gd name="connsiteX0" fmla="*/ 3271 w 824391"/>
              <a:gd name="connsiteY0" fmla="*/ 69624 h 1643533"/>
              <a:gd name="connsiteX1" fmla="*/ 63212 w 824391"/>
              <a:gd name="connsiteY1" fmla="*/ 2693 h 1643533"/>
              <a:gd name="connsiteX2" fmla="*/ 626035 w 824391"/>
              <a:gd name="connsiteY2" fmla="*/ 0 h 1643533"/>
              <a:gd name="connsiteX3" fmla="*/ 823691 w 824391"/>
              <a:gd name="connsiteY3" fmla="*/ 139856 h 1643533"/>
              <a:gd name="connsiteX4" fmla="*/ 823691 w 824391"/>
              <a:gd name="connsiteY4" fmla="*/ 1506370 h 1643533"/>
              <a:gd name="connsiteX5" fmla="*/ 686528 w 824391"/>
              <a:gd name="connsiteY5" fmla="*/ 1643533 h 1643533"/>
              <a:gd name="connsiteX6" fmla="*/ 64234 w 824391"/>
              <a:gd name="connsiteY6" fmla="*/ 1643533 h 1643533"/>
              <a:gd name="connsiteX7" fmla="*/ 731 w 824391"/>
              <a:gd name="connsiteY7" fmla="*/ 1567330 h 1643533"/>
              <a:gd name="connsiteX8" fmla="*/ 3271 w 824391"/>
              <a:gd name="connsiteY8" fmla="*/ 69624 h 1643533"/>
              <a:gd name="connsiteX0" fmla="*/ 3271 w 824391"/>
              <a:gd name="connsiteY0" fmla="*/ 69624 h 1643646"/>
              <a:gd name="connsiteX1" fmla="*/ 63212 w 824391"/>
              <a:gd name="connsiteY1" fmla="*/ 2693 h 1643646"/>
              <a:gd name="connsiteX2" fmla="*/ 626035 w 824391"/>
              <a:gd name="connsiteY2" fmla="*/ 0 h 1643646"/>
              <a:gd name="connsiteX3" fmla="*/ 823691 w 824391"/>
              <a:gd name="connsiteY3" fmla="*/ 139856 h 1643646"/>
              <a:gd name="connsiteX4" fmla="*/ 823691 w 824391"/>
              <a:gd name="connsiteY4" fmla="*/ 1506370 h 1643646"/>
              <a:gd name="connsiteX5" fmla="*/ 686528 w 824391"/>
              <a:gd name="connsiteY5" fmla="*/ 1643533 h 1643646"/>
              <a:gd name="connsiteX6" fmla="*/ 64234 w 824391"/>
              <a:gd name="connsiteY6" fmla="*/ 1643533 h 1643646"/>
              <a:gd name="connsiteX7" fmla="*/ 731 w 824391"/>
              <a:gd name="connsiteY7" fmla="*/ 1573812 h 1643646"/>
              <a:gd name="connsiteX8" fmla="*/ 3271 w 824391"/>
              <a:gd name="connsiteY8" fmla="*/ 69624 h 1643646"/>
              <a:gd name="connsiteX0" fmla="*/ 3634 w 824754"/>
              <a:gd name="connsiteY0" fmla="*/ 69624 h 1643646"/>
              <a:gd name="connsiteX1" fmla="*/ 63575 w 824754"/>
              <a:gd name="connsiteY1" fmla="*/ 2693 h 1643646"/>
              <a:gd name="connsiteX2" fmla="*/ 626398 w 824754"/>
              <a:gd name="connsiteY2" fmla="*/ 0 h 1643646"/>
              <a:gd name="connsiteX3" fmla="*/ 824054 w 824754"/>
              <a:gd name="connsiteY3" fmla="*/ 139856 h 1643646"/>
              <a:gd name="connsiteX4" fmla="*/ 824054 w 824754"/>
              <a:gd name="connsiteY4" fmla="*/ 1506370 h 1643646"/>
              <a:gd name="connsiteX5" fmla="*/ 686891 w 824754"/>
              <a:gd name="connsiteY5" fmla="*/ 1643533 h 1643646"/>
              <a:gd name="connsiteX6" fmla="*/ 62437 w 824754"/>
              <a:gd name="connsiteY6" fmla="*/ 1643533 h 1643646"/>
              <a:gd name="connsiteX7" fmla="*/ 1094 w 824754"/>
              <a:gd name="connsiteY7" fmla="*/ 1573812 h 1643646"/>
              <a:gd name="connsiteX8" fmla="*/ 3634 w 824754"/>
              <a:gd name="connsiteY8" fmla="*/ 69624 h 1643646"/>
              <a:gd name="connsiteX0" fmla="*/ 3634 w 824754"/>
              <a:gd name="connsiteY0" fmla="*/ 69624 h 1644076"/>
              <a:gd name="connsiteX1" fmla="*/ 63575 w 824754"/>
              <a:gd name="connsiteY1" fmla="*/ 2693 h 1644076"/>
              <a:gd name="connsiteX2" fmla="*/ 626398 w 824754"/>
              <a:gd name="connsiteY2" fmla="*/ 0 h 1644076"/>
              <a:gd name="connsiteX3" fmla="*/ 824054 w 824754"/>
              <a:gd name="connsiteY3" fmla="*/ 139856 h 1644076"/>
              <a:gd name="connsiteX4" fmla="*/ 824054 w 824754"/>
              <a:gd name="connsiteY4" fmla="*/ 1506370 h 1644076"/>
              <a:gd name="connsiteX5" fmla="*/ 686891 w 824754"/>
              <a:gd name="connsiteY5" fmla="*/ 1643533 h 1644076"/>
              <a:gd name="connsiteX6" fmla="*/ 62437 w 824754"/>
              <a:gd name="connsiteY6" fmla="*/ 1643533 h 1644076"/>
              <a:gd name="connsiteX7" fmla="*/ 1094 w 824754"/>
              <a:gd name="connsiteY7" fmla="*/ 1578673 h 1644076"/>
              <a:gd name="connsiteX8" fmla="*/ 3634 w 824754"/>
              <a:gd name="connsiteY8" fmla="*/ 69624 h 1644076"/>
              <a:gd name="connsiteX0" fmla="*/ 2540 w 823660"/>
              <a:gd name="connsiteY0" fmla="*/ 69624 h 1644076"/>
              <a:gd name="connsiteX1" fmla="*/ 62481 w 823660"/>
              <a:gd name="connsiteY1" fmla="*/ 2693 h 1644076"/>
              <a:gd name="connsiteX2" fmla="*/ 625304 w 823660"/>
              <a:gd name="connsiteY2" fmla="*/ 0 h 1644076"/>
              <a:gd name="connsiteX3" fmla="*/ 822960 w 823660"/>
              <a:gd name="connsiteY3" fmla="*/ 139856 h 1644076"/>
              <a:gd name="connsiteX4" fmla="*/ 822960 w 823660"/>
              <a:gd name="connsiteY4" fmla="*/ 1506370 h 1644076"/>
              <a:gd name="connsiteX5" fmla="*/ 685797 w 823660"/>
              <a:gd name="connsiteY5" fmla="*/ 1643533 h 1644076"/>
              <a:gd name="connsiteX6" fmla="*/ 61343 w 823660"/>
              <a:gd name="connsiteY6" fmla="*/ 1643533 h 1644076"/>
              <a:gd name="connsiteX7" fmla="*/ 0 w 823660"/>
              <a:gd name="connsiteY7" fmla="*/ 1578673 h 1644076"/>
              <a:gd name="connsiteX8" fmla="*/ 2540 w 823660"/>
              <a:gd name="connsiteY8" fmla="*/ 69624 h 1644076"/>
              <a:gd name="connsiteX0" fmla="*/ 4053 w 825173"/>
              <a:gd name="connsiteY0" fmla="*/ 69624 h 1643752"/>
              <a:gd name="connsiteX1" fmla="*/ 63994 w 825173"/>
              <a:gd name="connsiteY1" fmla="*/ 2693 h 1643752"/>
              <a:gd name="connsiteX2" fmla="*/ 626817 w 825173"/>
              <a:gd name="connsiteY2" fmla="*/ 0 h 1643752"/>
              <a:gd name="connsiteX3" fmla="*/ 824473 w 825173"/>
              <a:gd name="connsiteY3" fmla="*/ 139856 h 1643752"/>
              <a:gd name="connsiteX4" fmla="*/ 824473 w 825173"/>
              <a:gd name="connsiteY4" fmla="*/ 1506370 h 1643752"/>
              <a:gd name="connsiteX5" fmla="*/ 687310 w 825173"/>
              <a:gd name="connsiteY5" fmla="*/ 1643533 h 1643752"/>
              <a:gd name="connsiteX6" fmla="*/ 62856 w 825173"/>
              <a:gd name="connsiteY6" fmla="*/ 1643533 h 1643752"/>
              <a:gd name="connsiteX7" fmla="*/ 1513 w 825173"/>
              <a:gd name="connsiteY7" fmla="*/ 1578673 h 1643752"/>
              <a:gd name="connsiteX8" fmla="*/ 4053 w 825173"/>
              <a:gd name="connsiteY8" fmla="*/ 69624 h 1643752"/>
              <a:gd name="connsiteX0" fmla="*/ 2540 w 823660"/>
              <a:gd name="connsiteY0" fmla="*/ 69624 h 1643533"/>
              <a:gd name="connsiteX1" fmla="*/ 62481 w 823660"/>
              <a:gd name="connsiteY1" fmla="*/ 2693 h 1643533"/>
              <a:gd name="connsiteX2" fmla="*/ 625304 w 823660"/>
              <a:gd name="connsiteY2" fmla="*/ 0 h 1643533"/>
              <a:gd name="connsiteX3" fmla="*/ 822960 w 823660"/>
              <a:gd name="connsiteY3" fmla="*/ 139856 h 1643533"/>
              <a:gd name="connsiteX4" fmla="*/ 822960 w 823660"/>
              <a:gd name="connsiteY4" fmla="*/ 1506370 h 1643533"/>
              <a:gd name="connsiteX5" fmla="*/ 685797 w 823660"/>
              <a:gd name="connsiteY5" fmla="*/ 1643533 h 1643533"/>
              <a:gd name="connsiteX6" fmla="*/ 61343 w 823660"/>
              <a:gd name="connsiteY6" fmla="*/ 1643533 h 1643533"/>
              <a:gd name="connsiteX7" fmla="*/ 0 w 823660"/>
              <a:gd name="connsiteY7" fmla="*/ 1578673 h 1643533"/>
              <a:gd name="connsiteX8" fmla="*/ 2540 w 823660"/>
              <a:gd name="connsiteY8" fmla="*/ 69624 h 1643533"/>
              <a:gd name="connsiteX0" fmla="*/ 2540 w 823660"/>
              <a:gd name="connsiteY0" fmla="*/ 69624 h 1643533"/>
              <a:gd name="connsiteX1" fmla="*/ 62481 w 823660"/>
              <a:gd name="connsiteY1" fmla="*/ 2693 h 1643533"/>
              <a:gd name="connsiteX2" fmla="*/ 625304 w 823660"/>
              <a:gd name="connsiteY2" fmla="*/ 0 h 1643533"/>
              <a:gd name="connsiteX3" fmla="*/ 822960 w 823660"/>
              <a:gd name="connsiteY3" fmla="*/ 139856 h 1643533"/>
              <a:gd name="connsiteX4" fmla="*/ 822960 w 823660"/>
              <a:gd name="connsiteY4" fmla="*/ 1506370 h 1643533"/>
              <a:gd name="connsiteX5" fmla="*/ 636106 w 823660"/>
              <a:gd name="connsiteY5" fmla="*/ 1643533 h 1643533"/>
              <a:gd name="connsiteX6" fmla="*/ 61343 w 823660"/>
              <a:gd name="connsiteY6" fmla="*/ 1643533 h 1643533"/>
              <a:gd name="connsiteX7" fmla="*/ 0 w 823660"/>
              <a:gd name="connsiteY7" fmla="*/ 1578673 h 1643533"/>
              <a:gd name="connsiteX8" fmla="*/ 2540 w 823660"/>
              <a:gd name="connsiteY8" fmla="*/ 69624 h 1643533"/>
              <a:gd name="connsiteX0" fmla="*/ 2540 w 823660"/>
              <a:gd name="connsiteY0" fmla="*/ 69624 h 1643533"/>
              <a:gd name="connsiteX1" fmla="*/ 62481 w 823660"/>
              <a:gd name="connsiteY1" fmla="*/ 2693 h 1643533"/>
              <a:gd name="connsiteX2" fmla="*/ 625304 w 823660"/>
              <a:gd name="connsiteY2" fmla="*/ 0 h 1643533"/>
              <a:gd name="connsiteX3" fmla="*/ 822960 w 823660"/>
              <a:gd name="connsiteY3" fmla="*/ 139856 h 1643533"/>
              <a:gd name="connsiteX4" fmla="*/ 822960 w 823660"/>
              <a:gd name="connsiteY4" fmla="*/ 1546071 h 1643533"/>
              <a:gd name="connsiteX5" fmla="*/ 636106 w 823660"/>
              <a:gd name="connsiteY5" fmla="*/ 1643533 h 1643533"/>
              <a:gd name="connsiteX6" fmla="*/ 61343 w 823660"/>
              <a:gd name="connsiteY6" fmla="*/ 1643533 h 1643533"/>
              <a:gd name="connsiteX7" fmla="*/ 0 w 823660"/>
              <a:gd name="connsiteY7" fmla="*/ 1578673 h 1643533"/>
              <a:gd name="connsiteX8" fmla="*/ 2540 w 823660"/>
              <a:gd name="connsiteY8" fmla="*/ 69624 h 1643533"/>
              <a:gd name="connsiteX0" fmla="*/ 2540 w 823660"/>
              <a:gd name="connsiteY0" fmla="*/ 69624 h 1643533"/>
              <a:gd name="connsiteX1" fmla="*/ 62481 w 823660"/>
              <a:gd name="connsiteY1" fmla="*/ 2693 h 1643533"/>
              <a:gd name="connsiteX2" fmla="*/ 625304 w 823660"/>
              <a:gd name="connsiteY2" fmla="*/ 0 h 1643533"/>
              <a:gd name="connsiteX3" fmla="*/ 822960 w 823660"/>
              <a:gd name="connsiteY3" fmla="*/ 139856 h 1643533"/>
              <a:gd name="connsiteX4" fmla="*/ 822960 w 823660"/>
              <a:gd name="connsiteY4" fmla="*/ 1546071 h 1643533"/>
              <a:gd name="connsiteX5" fmla="*/ 636106 w 823660"/>
              <a:gd name="connsiteY5" fmla="*/ 1643533 h 1643533"/>
              <a:gd name="connsiteX6" fmla="*/ 61343 w 823660"/>
              <a:gd name="connsiteY6" fmla="*/ 1643533 h 1643533"/>
              <a:gd name="connsiteX7" fmla="*/ 0 w 823660"/>
              <a:gd name="connsiteY7" fmla="*/ 1578673 h 1643533"/>
              <a:gd name="connsiteX8" fmla="*/ 2540 w 823660"/>
              <a:gd name="connsiteY8" fmla="*/ 69624 h 1643533"/>
              <a:gd name="connsiteX0" fmla="*/ 2540 w 823660"/>
              <a:gd name="connsiteY0" fmla="*/ 69624 h 1643533"/>
              <a:gd name="connsiteX1" fmla="*/ 62481 w 823660"/>
              <a:gd name="connsiteY1" fmla="*/ 2693 h 1643533"/>
              <a:gd name="connsiteX2" fmla="*/ 625304 w 823660"/>
              <a:gd name="connsiteY2" fmla="*/ 0 h 1643533"/>
              <a:gd name="connsiteX3" fmla="*/ 822960 w 823660"/>
              <a:gd name="connsiteY3" fmla="*/ 139856 h 1643533"/>
              <a:gd name="connsiteX4" fmla="*/ 822960 w 823660"/>
              <a:gd name="connsiteY4" fmla="*/ 1546071 h 1643533"/>
              <a:gd name="connsiteX5" fmla="*/ 636106 w 823660"/>
              <a:gd name="connsiteY5" fmla="*/ 1643533 h 1643533"/>
              <a:gd name="connsiteX6" fmla="*/ 61343 w 823660"/>
              <a:gd name="connsiteY6" fmla="*/ 1643533 h 1643533"/>
              <a:gd name="connsiteX7" fmla="*/ 0 w 823660"/>
              <a:gd name="connsiteY7" fmla="*/ 1578673 h 1643533"/>
              <a:gd name="connsiteX8" fmla="*/ 2540 w 823660"/>
              <a:gd name="connsiteY8" fmla="*/ 69624 h 1643533"/>
              <a:gd name="connsiteX0" fmla="*/ 2540 w 823920"/>
              <a:gd name="connsiteY0" fmla="*/ 69624 h 1643533"/>
              <a:gd name="connsiteX1" fmla="*/ 62481 w 823920"/>
              <a:gd name="connsiteY1" fmla="*/ 2693 h 1643533"/>
              <a:gd name="connsiteX2" fmla="*/ 625304 w 823920"/>
              <a:gd name="connsiteY2" fmla="*/ 0 h 1643533"/>
              <a:gd name="connsiteX3" fmla="*/ 822960 w 823920"/>
              <a:gd name="connsiteY3" fmla="*/ 139856 h 1643533"/>
              <a:gd name="connsiteX4" fmla="*/ 822960 w 823920"/>
              <a:gd name="connsiteY4" fmla="*/ 1546071 h 1643533"/>
              <a:gd name="connsiteX5" fmla="*/ 636106 w 823920"/>
              <a:gd name="connsiteY5" fmla="*/ 1643533 h 1643533"/>
              <a:gd name="connsiteX6" fmla="*/ 61343 w 823920"/>
              <a:gd name="connsiteY6" fmla="*/ 1643533 h 1643533"/>
              <a:gd name="connsiteX7" fmla="*/ 0 w 823920"/>
              <a:gd name="connsiteY7" fmla="*/ 1578673 h 1643533"/>
              <a:gd name="connsiteX8" fmla="*/ 2540 w 823920"/>
              <a:gd name="connsiteY8" fmla="*/ 69624 h 1643533"/>
              <a:gd name="connsiteX0" fmla="*/ 2540 w 823660"/>
              <a:gd name="connsiteY0" fmla="*/ 69624 h 1643533"/>
              <a:gd name="connsiteX1" fmla="*/ 62481 w 823660"/>
              <a:gd name="connsiteY1" fmla="*/ 2693 h 1643533"/>
              <a:gd name="connsiteX2" fmla="*/ 625304 w 823660"/>
              <a:gd name="connsiteY2" fmla="*/ 0 h 1643533"/>
              <a:gd name="connsiteX3" fmla="*/ 822960 w 823660"/>
              <a:gd name="connsiteY3" fmla="*/ 139856 h 1643533"/>
              <a:gd name="connsiteX4" fmla="*/ 822960 w 823660"/>
              <a:gd name="connsiteY4" fmla="*/ 1546071 h 1643533"/>
              <a:gd name="connsiteX5" fmla="*/ 636106 w 823660"/>
              <a:gd name="connsiteY5" fmla="*/ 1643533 h 1643533"/>
              <a:gd name="connsiteX6" fmla="*/ 61343 w 823660"/>
              <a:gd name="connsiteY6" fmla="*/ 1643533 h 1643533"/>
              <a:gd name="connsiteX7" fmla="*/ 0 w 823660"/>
              <a:gd name="connsiteY7" fmla="*/ 1578673 h 1643533"/>
              <a:gd name="connsiteX8" fmla="*/ 2540 w 823660"/>
              <a:gd name="connsiteY8" fmla="*/ 69624 h 1643533"/>
              <a:gd name="connsiteX0" fmla="*/ 2540 w 823885"/>
              <a:gd name="connsiteY0" fmla="*/ 69624 h 1643533"/>
              <a:gd name="connsiteX1" fmla="*/ 62481 w 823885"/>
              <a:gd name="connsiteY1" fmla="*/ 2693 h 1643533"/>
              <a:gd name="connsiteX2" fmla="*/ 625304 w 823885"/>
              <a:gd name="connsiteY2" fmla="*/ 0 h 1643533"/>
              <a:gd name="connsiteX3" fmla="*/ 822960 w 823885"/>
              <a:gd name="connsiteY3" fmla="*/ 139856 h 1643533"/>
              <a:gd name="connsiteX4" fmla="*/ 822960 w 823885"/>
              <a:gd name="connsiteY4" fmla="*/ 1546071 h 1643533"/>
              <a:gd name="connsiteX5" fmla="*/ 636106 w 823885"/>
              <a:gd name="connsiteY5" fmla="*/ 1643533 h 1643533"/>
              <a:gd name="connsiteX6" fmla="*/ 61343 w 823885"/>
              <a:gd name="connsiteY6" fmla="*/ 1643533 h 1643533"/>
              <a:gd name="connsiteX7" fmla="*/ 0 w 823885"/>
              <a:gd name="connsiteY7" fmla="*/ 1578673 h 1643533"/>
              <a:gd name="connsiteX8" fmla="*/ 2540 w 823885"/>
              <a:gd name="connsiteY8" fmla="*/ 69624 h 1643533"/>
              <a:gd name="connsiteX0" fmla="*/ 2540 w 823660"/>
              <a:gd name="connsiteY0" fmla="*/ 69624 h 1643533"/>
              <a:gd name="connsiteX1" fmla="*/ 62481 w 823660"/>
              <a:gd name="connsiteY1" fmla="*/ 2693 h 1643533"/>
              <a:gd name="connsiteX2" fmla="*/ 625304 w 823660"/>
              <a:gd name="connsiteY2" fmla="*/ 0 h 1643533"/>
              <a:gd name="connsiteX3" fmla="*/ 822960 w 823660"/>
              <a:gd name="connsiteY3" fmla="*/ 139856 h 1643533"/>
              <a:gd name="connsiteX4" fmla="*/ 822960 w 823660"/>
              <a:gd name="connsiteY4" fmla="*/ 1546071 h 1643533"/>
              <a:gd name="connsiteX5" fmla="*/ 636106 w 823660"/>
              <a:gd name="connsiteY5" fmla="*/ 1643533 h 1643533"/>
              <a:gd name="connsiteX6" fmla="*/ 61343 w 823660"/>
              <a:gd name="connsiteY6" fmla="*/ 1643533 h 1643533"/>
              <a:gd name="connsiteX7" fmla="*/ 0 w 823660"/>
              <a:gd name="connsiteY7" fmla="*/ 1578673 h 1643533"/>
              <a:gd name="connsiteX8" fmla="*/ 2540 w 823660"/>
              <a:gd name="connsiteY8" fmla="*/ 69624 h 1643533"/>
              <a:gd name="connsiteX0" fmla="*/ 2540 w 823660"/>
              <a:gd name="connsiteY0" fmla="*/ 69624 h 1643533"/>
              <a:gd name="connsiteX1" fmla="*/ 62481 w 823660"/>
              <a:gd name="connsiteY1" fmla="*/ 2693 h 1643533"/>
              <a:gd name="connsiteX2" fmla="*/ 625304 w 823660"/>
              <a:gd name="connsiteY2" fmla="*/ 0 h 1643533"/>
              <a:gd name="connsiteX3" fmla="*/ 822960 w 823660"/>
              <a:gd name="connsiteY3" fmla="*/ 139856 h 1643533"/>
              <a:gd name="connsiteX4" fmla="*/ 822960 w 823660"/>
              <a:gd name="connsiteY4" fmla="*/ 1546071 h 1643533"/>
              <a:gd name="connsiteX5" fmla="*/ 636106 w 823660"/>
              <a:gd name="connsiteY5" fmla="*/ 1643533 h 1643533"/>
              <a:gd name="connsiteX6" fmla="*/ 61343 w 823660"/>
              <a:gd name="connsiteY6" fmla="*/ 1643533 h 1643533"/>
              <a:gd name="connsiteX7" fmla="*/ 0 w 823660"/>
              <a:gd name="connsiteY7" fmla="*/ 1578673 h 1643533"/>
              <a:gd name="connsiteX8" fmla="*/ 2540 w 823660"/>
              <a:gd name="connsiteY8" fmla="*/ 69624 h 1643533"/>
              <a:gd name="connsiteX0" fmla="*/ 2540 w 823129"/>
              <a:gd name="connsiteY0" fmla="*/ 69624 h 1643533"/>
              <a:gd name="connsiteX1" fmla="*/ 62481 w 823129"/>
              <a:gd name="connsiteY1" fmla="*/ 2693 h 1643533"/>
              <a:gd name="connsiteX2" fmla="*/ 625304 w 823129"/>
              <a:gd name="connsiteY2" fmla="*/ 0 h 1643533"/>
              <a:gd name="connsiteX3" fmla="*/ 822960 w 823129"/>
              <a:gd name="connsiteY3" fmla="*/ 139856 h 1643533"/>
              <a:gd name="connsiteX4" fmla="*/ 822960 w 823129"/>
              <a:gd name="connsiteY4" fmla="*/ 1546071 h 1643533"/>
              <a:gd name="connsiteX5" fmla="*/ 636106 w 823129"/>
              <a:gd name="connsiteY5" fmla="*/ 1643533 h 1643533"/>
              <a:gd name="connsiteX6" fmla="*/ 61343 w 823129"/>
              <a:gd name="connsiteY6" fmla="*/ 1643533 h 1643533"/>
              <a:gd name="connsiteX7" fmla="*/ 0 w 823129"/>
              <a:gd name="connsiteY7" fmla="*/ 1578673 h 1643533"/>
              <a:gd name="connsiteX8" fmla="*/ 2540 w 823129"/>
              <a:gd name="connsiteY8" fmla="*/ 69624 h 1643533"/>
              <a:gd name="connsiteX0" fmla="*/ 2540 w 823129"/>
              <a:gd name="connsiteY0" fmla="*/ 69624 h 1643533"/>
              <a:gd name="connsiteX1" fmla="*/ 62481 w 823129"/>
              <a:gd name="connsiteY1" fmla="*/ 2693 h 1643533"/>
              <a:gd name="connsiteX2" fmla="*/ 625304 w 823129"/>
              <a:gd name="connsiteY2" fmla="*/ 0 h 1643533"/>
              <a:gd name="connsiteX3" fmla="*/ 822960 w 823129"/>
              <a:gd name="connsiteY3" fmla="*/ 139856 h 1643533"/>
              <a:gd name="connsiteX4" fmla="*/ 822960 w 823129"/>
              <a:gd name="connsiteY4" fmla="*/ 1546071 h 1643533"/>
              <a:gd name="connsiteX5" fmla="*/ 636106 w 823129"/>
              <a:gd name="connsiteY5" fmla="*/ 1643533 h 1643533"/>
              <a:gd name="connsiteX6" fmla="*/ 61343 w 823129"/>
              <a:gd name="connsiteY6" fmla="*/ 1643533 h 1643533"/>
              <a:gd name="connsiteX7" fmla="*/ 0 w 823129"/>
              <a:gd name="connsiteY7" fmla="*/ 1578673 h 1643533"/>
              <a:gd name="connsiteX8" fmla="*/ 2540 w 823129"/>
              <a:gd name="connsiteY8" fmla="*/ 69624 h 1643533"/>
              <a:gd name="connsiteX0" fmla="*/ 2540 w 823129"/>
              <a:gd name="connsiteY0" fmla="*/ 69624 h 1643533"/>
              <a:gd name="connsiteX1" fmla="*/ 62481 w 823129"/>
              <a:gd name="connsiteY1" fmla="*/ 2693 h 1643533"/>
              <a:gd name="connsiteX2" fmla="*/ 625304 w 823129"/>
              <a:gd name="connsiteY2" fmla="*/ 0 h 1643533"/>
              <a:gd name="connsiteX3" fmla="*/ 822960 w 823129"/>
              <a:gd name="connsiteY3" fmla="*/ 139856 h 1643533"/>
              <a:gd name="connsiteX4" fmla="*/ 822960 w 823129"/>
              <a:gd name="connsiteY4" fmla="*/ 1546071 h 1643533"/>
              <a:gd name="connsiteX5" fmla="*/ 636106 w 823129"/>
              <a:gd name="connsiteY5" fmla="*/ 1643533 h 1643533"/>
              <a:gd name="connsiteX6" fmla="*/ 61343 w 823129"/>
              <a:gd name="connsiteY6" fmla="*/ 1643533 h 1643533"/>
              <a:gd name="connsiteX7" fmla="*/ 0 w 823129"/>
              <a:gd name="connsiteY7" fmla="*/ 1578673 h 1643533"/>
              <a:gd name="connsiteX8" fmla="*/ 2540 w 823129"/>
              <a:gd name="connsiteY8" fmla="*/ 69624 h 1643533"/>
              <a:gd name="connsiteX0" fmla="*/ 2540 w 823129"/>
              <a:gd name="connsiteY0" fmla="*/ 69624 h 1643533"/>
              <a:gd name="connsiteX1" fmla="*/ 62481 w 823129"/>
              <a:gd name="connsiteY1" fmla="*/ 2693 h 1643533"/>
              <a:gd name="connsiteX2" fmla="*/ 625304 w 823129"/>
              <a:gd name="connsiteY2" fmla="*/ 0 h 1643533"/>
              <a:gd name="connsiteX3" fmla="*/ 822960 w 823129"/>
              <a:gd name="connsiteY3" fmla="*/ 139856 h 1643533"/>
              <a:gd name="connsiteX4" fmla="*/ 822960 w 823129"/>
              <a:gd name="connsiteY4" fmla="*/ 1546071 h 1643533"/>
              <a:gd name="connsiteX5" fmla="*/ 636106 w 823129"/>
              <a:gd name="connsiteY5" fmla="*/ 1643533 h 1643533"/>
              <a:gd name="connsiteX6" fmla="*/ 61343 w 823129"/>
              <a:gd name="connsiteY6" fmla="*/ 1643533 h 1643533"/>
              <a:gd name="connsiteX7" fmla="*/ 0 w 823129"/>
              <a:gd name="connsiteY7" fmla="*/ 1578673 h 1643533"/>
              <a:gd name="connsiteX8" fmla="*/ 2540 w 823129"/>
              <a:gd name="connsiteY8" fmla="*/ 69624 h 1643533"/>
              <a:gd name="connsiteX0" fmla="*/ 2540 w 823129"/>
              <a:gd name="connsiteY0" fmla="*/ 69624 h 1643533"/>
              <a:gd name="connsiteX1" fmla="*/ 62481 w 823129"/>
              <a:gd name="connsiteY1" fmla="*/ 2693 h 1643533"/>
              <a:gd name="connsiteX2" fmla="*/ 625304 w 823129"/>
              <a:gd name="connsiteY2" fmla="*/ 0 h 1643533"/>
              <a:gd name="connsiteX3" fmla="*/ 820800 w 823129"/>
              <a:gd name="connsiteY3" fmla="*/ 105615 h 1643533"/>
              <a:gd name="connsiteX4" fmla="*/ 822960 w 823129"/>
              <a:gd name="connsiteY4" fmla="*/ 1546071 h 1643533"/>
              <a:gd name="connsiteX5" fmla="*/ 636106 w 823129"/>
              <a:gd name="connsiteY5" fmla="*/ 1643533 h 1643533"/>
              <a:gd name="connsiteX6" fmla="*/ 61343 w 823129"/>
              <a:gd name="connsiteY6" fmla="*/ 1643533 h 1643533"/>
              <a:gd name="connsiteX7" fmla="*/ 0 w 823129"/>
              <a:gd name="connsiteY7" fmla="*/ 1578673 h 1643533"/>
              <a:gd name="connsiteX8" fmla="*/ 2540 w 823129"/>
              <a:gd name="connsiteY8" fmla="*/ 69624 h 1643533"/>
              <a:gd name="connsiteX0" fmla="*/ 2540 w 823129"/>
              <a:gd name="connsiteY0" fmla="*/ 69624 h 1643533"/>
              <a:gd name="connsiteX1" fmla="*/ 62481 w 823129"/>
              <a:gd name="connsiteY1" fmla="*/ 2693 h 1643533"/>
              <a:gd name="connsiteX2" fmla="*/ 625304 w 823129"/>
              <a:gd name="connsiteY2" fmla="*/ 0 h 1643533"/>
              <a:gd name="connsiteX3" fmla="*/ 820800 w 823129"/>
              <a:gd name="connsiteY3" fmla="*/ 105615 h 1643533"/>
              <a:gd name="connsiteX4" fmla="*/ 822960 w 823129"/>
              <a:gd name="connsiteY4" fmla="*/ 1546071 h 1643533"/>
              <a:gd name="connsiteX5" fmla="*/ 636106 w 823129"/>
              <a:gd name="connsiteY5" fmla="*/ 1643533 h 1643533"/>
              <a:gd name="connsiteX6" fmla="*/ 61343 w 823129"/>
              <a:gd name="connsiteY6" fmla="*/ 1643533 h 1643533"/>
              <a:gd name="connsiteX7" fmla="*/ 0 w 823129"/>
              <a:gd name="connsiteY7" fmla="*/ 1578673 h 1643533"/>
              <a:gd name="connsiteX8" fmla="*/ 2540 w 823129"/>
              <a:gd name="connsiteY8" fmla="*/ 69624 h 1643533"/>
              <a:gd name="connsiteX0" fmla="*/ 2540 w 823129"/>
              <a:gd name="connsiteY0" fmla="*/ 69624 h 1643533"/>
              <a:gd name="connsiteX1" fmla="*/ 62481 w 823129"/>
              <a:gd name="connsiteY1" fmla="*/ 2693 h 1643533"/>
              <a:gd name="connsiteX2" fmla="*/ 625304 w 823129"/>
              <a:gd name="connsiteY2" fmla="*/ 0 h 1643533"/>
              <a:gd name="connsiteX3" fmla="*/ 820800 w 823129"/>
              <a:gd name="connsiteY3" fmla="*/ 105615 h 1643533"/>
              <a:gd name="connsiteX4" fmla="*/ 822960 w 823129"/>
              <a:gd name="connsiteY4" fmla="*/ 1546071 h 1643533"/>
              <a:gd name="connsiteX5" fmla="*/ 636106 w 823129"/>
              <a:gd name="connsiteY5" fmla="*/ 1643533 h 1643533"/>
              <a:gd name="connsiteX6" fmla="*/ 61343 w 823129"/>
              <a:gd name="connsiteY6" fmla="*/ 1643533 h 1643533"/>
              <a:gd name="connsiteX7" fmla="*/ 0 w 823129"/>
              <a:gd name="connsiteY7" fmla="*/ 1578673 h 1643533"/>
              <a:gd name="connsiteX8" fmla="*/ 2540 w 823129"/>
              <a:gd name="connsiteY8" fmla="*/ 69624 h 1643533"/>
              <a:gd name="connsiteX0" fmla="*/ 2540 w 823129"/>
              <a:gd name="connsiteY0" fmla="*/ 69624 h 1643533"/>
              <a:gd name="connsiteX1" fmla="*/ 62481 w 823129"/>
              <a:gd name="connsiteY1" fmla="*/ 2693 h 1643533"/>
              <a:gd name="connsiteX2" fmla="*/ 625304 w 823129"/>
              <a:gd name="connsiteY2" fmla="*/ 0 h 1643533"/>
              <a:gd name="connsiteX3" fmla="*/ 820800 w 823129"/>
              <a:gd name="connsiteY3" fmla="*/ 105615 h 1643533"/>
              <a:gd name="connsiteX4" fmla="*/ 822960 w 823129"/>
              <a:gd name="connsiteY4" fmla="*/ 1546071 h 1643533"/>
              <a:gd name="connsiteX5" fmla="*/ 636106 w 823129"/>
              <a:gd name="connsiteY5" fmla="*/ 1643533 h 1643533"/>
              <a:gd name="connsiteX6" fmla="*/ 61343 w 823129"/>
              <a:gd name="connsiteY6" fmla="*/ 1643533 h 1643533"/>
              <a:gd name="connsiteX7" fmla="*/ 0 w 823129"/>
              <a:gd name="connsiteY7" fmla="*/ 1578673 h 1643533"/>
              <a:gd name="connsiteX8" fmla="*/ 2540 w 823129"/>
              <a:gd name="connsiteY8" fmla="*/ 69624 h 1643533"/>
              <a:gd name="connsiteX0" fmla="*/ 2540 w 823129"/>
              <a:gd name="connsiteY0" fmla="*/ 69624 h 1643533"/>
              <a:gd name="connsiteX1" fmla="*/ 62481 w 823129"/>
              <a:gd name="connsiteY1" fmla="*/ 2693 h 1643533"/>
              <a:gd name="connsiteX2" fmla="*/ 625304 w 823129"/>
              <a:gd name="connsiteY2" fmla="*/ 0 h 1643533"/>
              <a:gd name="connsiteX3" fmla="*/ 820800 w 823129"/>
              <a:gd name="connsiteY3" fmla="*/ 105615 h 1643533"/>
              <a:gd name="connsiteX4" fmla="*/ 822960 w 823129"/>
              <a:gd name="connsiteY4" fmla="*/ 1546071 h 1643533"/>
              <a:gd name="connsiteX5" fmla="*/ 636106 w 823129"/>
              <a:gd name="connsiteY5" fmla="*/ 1643533 h 1643533"/>
              <a:gd name="connsiteX6" fmla="*/ 61343 w 823129"/>
              <a:gd name="connsiteY6" fmla="*/ 1643533 h 1643533"/>
              <a:gd name="connsiteX7" fmla="*/ 0 w 823129"/>
              <a:gd name="connsiteY7" fmla="*/ 1578673 h 1643533"/>
              <a:gd name="connsiteX8" fmla="*/ 2540 w 823129"/>
              <a:gd name="connsiteY8" fmla="*/ 69624 h 1643533"/>
              <a:gd name="connsiteX0" fmla="*/ 2540 w 823129"/>
              <a:gd name="connsiteY0" fmla="*/ 69624 h 1643533"/>
              <a:gd name="connsiteX1" fmla="*/ 62481 w 823129"/>
              <a:gd name="connsiteY1" fmla="*/ 2693 h 1643533"/>
              <a:gd name="connsiteX2" fmla="*/ 625304 w 823129"/>
              <a:gd name="connsiteY2" fmla="*/ 0 h 1643533"/>
              <a:gd name="connsiteX3" fmla="*/ 820800 w 823129"/>
              <a:gd name="connsiteY3" fmla="*/ 105615 h 1643533"/>
              <a:gd name="connsiteX4" fmla="*/ 822960 w 823129"/>
              <a:gd name="connsiteY4" fmla="*/ 1546071 h 1643533"/>
              <a:gd name="connsiteX5" fmla="*/ 636106 w 823129"/>
              <a:gd name="connsiteY5" fmla="*/ 1643533 h 1643533"/>
              <a:gd name="connsiteX6" fmla="*/ 61343 w 823129"/>
              <a:gd name="connsiteY6" fmla="*/ 1643533 h 1643533"/>
              <a:gd name="connsiteX7" fmla="*/ 0 w 823129"/>
              <a:gd name="connsiteY7" fmla="*/ 1578673 h 1643533"/>
              <a:gd name="connsiteX8" fmla="*/ 2540 w 823129"/>
              <a:gd name="connsiteY8" fmla="*/ 69624 h 1643533"/>
              <a:gd name="connsiteX0" fmla="*/ 2540 w 823129"/>
              <a:gd name="connsiteY0" fmla="*/ 69624 h 1643533"/>
              <a:gd name="connsiteX1" fmla="*/ 62481 w 823129"/>
              <a:gd name="connsiteY1" fmla="*/ 2693 h 1643533"/>
              <a:gd name="connsiteX2" fmla="*/ 625304 w 823129"/>
              <a:gd name="connsiteY2" fmla="*/ 0 h 1643533"/>
              <a:gd name="connsiteX3" fmla="*/ 820800 w 823129"/>
              <a:gd name="connsiteY3" fmla="*/ 105615 h 1643533"/>
              <a:gd name="connsiteX4" fmla="*/ 822960 w 823129"/>
              <a:gd name="connsiteY4" fmla="*/ 1546071 h 1643533"/>
              <a:gd name="connsiteX5" fmla="*/ 636106 w 823129"/>
              <a:gd name="connsiteY5" fmla="*/ 1643533 h 1643533"/>
              <a:gd name="connsiteX6" fmla="*/ 61343 w 823129"/>
              <a:gd name="connsiteY6" fmla="*/ 1643533 h 1643533"/>
              <a:gd name="connsiteX7" fmla="*/ 0 w 823129"/>
              <a:gd name="connsiteY7" fmla="*/ 1578673 h 1643533"/>
              <a:gd name="connsiteX8" fmla="*/ 2540 w 823129"/>
              <a:gd name="connsiteY8" fmla="*/ 69624 h 1643533"/>
              <a:gd name="connsiteX0" fmla="*/ 2540 w 823129"/>
              <a:gd name="connsiteY0" fmla="*/ 69624 h 1643533"/>
              <a:gd name="connsiteX1" fmla="*/ 62481 w 823129"/>
              <a:gd name="connsiteY1" fmla="*/ 2693 h 1643533"/>
              <a:gd name="connsiteX2" fmla="*/ 625304 w 823129"/>
              <a:gd name="connsiteY2" fmla="*/ 0 h 1643533"/>
              <a:gd name="connsiteX3" fmla="*/ 818639 w 823129"/>
              <a:gd name="connsiteY3" fmla="*/ 101634 h 1643533"/>
              <a:gd name="connsiteX4" fmla="*/ 822960 w 823129"/>
              <a:gd name="connsiteY4" fmla="*/ 1546071 h 1643533"/>
              <a:gd name="connsiteX5" fmla="*/ 636106 w 823129"/>
              <a:gd name="connsiteY5" fmla="*/ 1643533 h 1643533"/>
              <a:gd name="connsiteX6" fmla="*/ 61343 w 823129"/>
              <a:gd name="connsiteY6" fmla="*/ 1643533 h 1643533"/>
              <a:gd name="connsiteX7" fmla="*/ 0 w 823129"/>
              <a:gd name="connsiteY7" fmla="*/ 1578673 h 1643533"/>
              <a:gd name="connsiteX8" fmla="*/ 2540 w 823129"/>
              <a:gd name="connsiteY8" fmla="*/ 69624 h 1643533"/>
              <a:gd name="connsiteX0" fmla="*/ 2540 w 823129"/>
              <a:gd name="connsiteY0" fmla="*/ 69624 h 1643533"/>
              <a:gd name="connsiteX1" fmla="*/ 62481 w 823129"/>
              <a:gd name="connsiteY1" fmla="*/ 2693 h 1643533"/>
              <a:gd name="connsiteX2" fmla="*/ 625304 w 823129"/>
              <a:gd name="connsiteY2" fmla="*/ 0 h 1643533"/>
              <a:gd name="connsiteX3" fmla="*/ 818639 w 823129"/>
              <a:gd name="connsiteY3" fmla="*/ 101634 h 1643533"/>
              <a:gd name="connsiteX4" fmla="*/ 822960 w 823129"/>
              <a:gd name="connsiteY4" fmla="*/ 1546071 h 1643533"/>
              <a:gd name="connsiteX5" fmla="*/ 636106 w 823129"/>
              <a:gd name="connsiteY5" fmla="*/ 1643533 h 1643533"/>
              <a:gd name="connsiteX6" fmla="*/ 61343 w 823129"/>
              <a:gd name="connsiteY6" fmla="*/ 1643533 h 1643533"/>
              <a:gd name="connsiteX7" fmla="*/ 0 w 823129"/>
              <a:gd name="connsiteY7" fmla="*/ 1578673 h 1643533"/>
              <a:gd name="connsiteX8" fmla="*/ 2540 w 823129"/>
              <a:gd name="connsiteY8" fmla="*/ 69624 h 1643533"/>
              <a:gd name="connsiteX0" fmla="*/ 2540 w 823129"/>
              <a:gd name="connsiteY0" fmla="*/ 69624 h 1643533"/>
              <a:gd name="connsiteX1" fmla="*/ 62481 w 823129"/>
              <a:gd name="connsiteY1" fmla="*/ 2693 h 1643533"/>
              <a:gd name="connsiteX2" fmla="*/ 625304 w 823129"/>
              <a:gd name="connsiteY2" fmla="*/ 0 h 1643533"/>
              <a:gd name="connsiteX3" fmla="*/ 818639 w 823129"/>
              <a:gd name="connsiteY3" fmla="*/ 101634 h 1643533"/>
              <a:gd name="connsiteX4" fmla="*/ 822960 w 823129"/>
              <a:gd name="connsiteY4" fmla="*/ 1546071 h 1643533"/>
              <a:gd name="connsiteX5" fmla="*/ 636106 w 823129"/>
              <a:gd name="connsiteY5" fmla="*/ 1643533 h 1643533"/>
              <a:gd name="connsiteX6" fmla="*/ 61343 w 823129"/>
              <a:gd name="connsiteY6" fmla="*/ 1643533 h 1643533"/>
              <a:gd name="connsiteX7" fmla="*/ 0 w 823129"/>
              <a:gd name="connsiteY7" fmla="*/ 1578673 h 1643533"/>
              <a:gd name="connsiteX8" fmla="*/ 2540 w 823129"/>
              <a:gd name="connsiteY8" fmla="*/ 69624 h 1643533"/>
              <a:gd name="connsiteX0" fmla="*/ 2540 w 823129"/>
              <a:gd name="connsiteY0" fmla="*/ 69624 h 1643533"/>
              <a:gd name="connsiteX1" fmla="*/ 62481 w 823129"/>
              <a:gd name="connsiteY1" fmla="*/ 2693 h 1643533"/>
              <a:gd name="connsiteX2" fmla="*/ 625304 w 823129"/>
              <a:gd name="connsiteY2" fmla="*/ 0 h 1643533"/>
              <a:gd name="connsiteX3" fmla="*/ 816629 w 823129"/>
              <a:gd name="connsiteY3" fmla="*/ 83319 h 1643533"/>
              <a:gd name="connsiteX4" fmla="*/ 822960 w 823129"/>
              <a:gd name="connsiteY4" fmla="*/ 1546071 h 1643533"/>
              <a:gd name="connsiteX5" fmla="*/ 636106 w 823129"/>
              <a:gd name="connsiteY5" fmla="*/ 1643533 h 1643533"/>
              <a:gd name="connsiteX6" fmla="*/ 61343 w 823129"/>
              <a:gd name="connsiteY6" fmla="*/ 1643533 h 1643533"/>
              <a:gd name="connsiteX7" fmla="*/ 0 w 823129"/>
              <a:gd name="connsiteY7" fmla="*/ 1578673 h 1643533"/>
              <a:gd name="connsiteX8" fmla="*/ 2540 w 823129"/>
              <a:gd name="connsiteY8" fmla="*/ 69624 h 1643533"/>
              <a:gd name="connsiteX0" fmla="*/ 2540 w 823129"/>
              <a:gd name="connsiteY0" fmla="*/ 69624 h 1643533"/>
              <a:gd name="connsiteX1" fmla="*/ 62481 w 823129"/>
              <a:gd name="connsiteY1" fmla="*/ 2693 h 1643533"/>
              <a:gd name="connsiteX2" fmla="*/ 683600 w 823129"/>
              <a:gd name="connsiteY2" fmla="*/ 0 h 1643533"/>
              <a:gd name="connsiteX3" fmla="*/ 816629 w 823129"/>
              <a:gd name="connsiteY3" fmla="*/ 83319 h 1643533"/>
              <a:gd name="connsiteX4" fmla="*/ 822960 w 823129"/>
              <a:gd name="connsiteY4" fmla="*/ 1546071 h 1643533"/>
              <a:gd name="connsiteX5" fmla="*/ 636106 w 823129"/>
              <a:gd name="connsiteY5" fmla="*/ 1643533 h 1643533"/>
              <a:gd name="connsiteX6" fmla="*/ 61343 w 823129"/>
              <a:gd name="connsiteY6" fmla="*/ 1643533 h 1643533"/>
              <a:gd name="connsiteX7" fmla="*/ 0 w 823129"/>
              <a:gd name="connsiteY7" fmla="*/ 1578673 h 1643533"/>
              <a:gd name="connsiteX8" fmla="*/ 2540 w 823129"/>
              <a:gd name="connsiteY8" fmla="*/ 69624 h 1643533"/>
              <a:gd name="connsiteX0" fmla="*/ 2540 w 823129"/>
              <a:gd name="connsiteY0" fmla="*/ 69624 h 1643533"/>
              <a:gd name="connsiteX1" fmla="*/ 62481 w 823129"/>
              <a:gd name="connsiteY1" fmla="*/ 2693 h 1643533"/>
              <a:gd name="connsiteX2" fmla="*/ 683600 w 823129"/>
              <a:gd name="connsiteY2" fmla="*/ 0 h 1643533"/>
              <a:gd name="connsiteX3" fmla="*/ 816629 w 823129"/>
              <a:gd name="connsiteY3" fmla="*/ 83319 h 1643533"/>
              <a:gd name="connsiteX4" fmla="*/ 822960 w 823129"/>
              <a:gd name="connsiteY4" fmla="*/ 1546071 h 1643533"/>
              <a:gd name="connsiteX5" fmla="*/ 636106 w 823129"/>
              <a:gd name="connsiteY5" fmla="*/ 1643533 h 1643533"/>
              <a:gd name="connsiteX6" fmla="*/ 61343 w 823129"/>
              <a:gd name="connsiteY6" fmla="*/ 1643533 h 1643533"/>
              <a:gd name="connsiteX7" fmla="*/ 0 w 823129"/>
              <a:gd name="connsiteY7" fmla="*/ 1578673 h 1643533"/>
              <a:gd name="connsiteX8" fmla="*/ 2540 w 823129"/>
              <a:gd name="connsiteY8" fmla="*/ 69624 h 1643533"/>
              <a:gd name="connsiteX0" fmla="*/ 2540 w 823129"/>
              <a:gd name="connsiteY0" fmla="*/ 69624 h 1643533"/>
              <a:gd name="connsiteX1" fmla="*/ 62481 w 823129"/>
              <a:gd name="connsiteY1" fmla="*/ 2693 h 1643533"/>
              <a:gd name="connsiteX2" fmla="*/ 683600 w 823129"/>
              <a:gd name="connsiteY2" fmla="*/ 0 h 1643533"/>
              <a:gd name="connsiteX3" fmla="*/ 816629 w 823129"/>
              <a:gd name="connsiteY3" fmla="*/ 68189 h 1643533"/>
              <a:gd name="connsiteX4" fmla="*/ 822960 w 823129"/>
              <a:gd name="connsiteY4" fmla="*/ 1546071 h 1643533"/>
              <a:gd name="connsiteX5" fmla="*/ 636106 w 823129"/>
              <a:gd name="connsiteY5" fmla="*/ 1643533 h 1643533"/>
              <a:gd name="connsiteX6" fmla="*/ 61343 w 823129"/>
              <a:gd name="connsiteY6" fmla="*/ 1643533 h 1643533"/>
              <a:gd name="connsiteX7" fmla="*/ 0 w 823129"/>
              <a:gd name="connsiteY7" fmla="*/ 1578673 h 1643533"/>
              <a:gd name="connsiteX8" fmla="*/ 2540 w 823129"/>
              <a:gd name="connsiteY8" fmla="*/ 69624 h 1643533"/>
              <a:gd name="connsiteX0" fmla="*/ 2540 w 823129"/>
              <a:gd name="connsiteY0" fmla="*/ 69624 h 1643533"/>
              <a:gd name="connsiteX1" fmla="*/ 62481 w 823129"/>
              <a:gd name="connsiteY1" fmla="*/ 2693 h 1643533"/>
              <a:gd name="connsiteX2" fmla="*/ 683600 w 823129"/>
              <a:gd name="connsiteY2" fmla="*/ 0 h 1643533"/>
              <a:gd name="connsiteX3" fmla="*/ 816629 w 823129"/>
              <a:gd name="connsiteY3" fmla="*/ 68189 h 1643533"/>
              <a:gd name="connsiteX4" fmla="*/ 822960 w 823129"/>
              <a:gd name="connsiteY4" fmla="*/ 1546071 h 1643533"/>
              <a:gd name="connsiteX5" fmla="*/ 636106 w 823129"/>
              <a:gd name="connsiteY5" fmla="*/ 1643533 h 1643533"/>
              <a:gd name="connsiteX6" fmla="*/ 61343 w 823129"/>
              <a:gd name="connsiteY6" fmla="*/ 1643533 h 1643533"/>
              <a:gd name="connsiteX7" fmla="*/ 0 w 823129"/>
              <a:gd name="connsiteY7" fmla="*/ 1578673 h 1643533"/>
              <a:gd name="connsiteX8" fmla="*/ 2540 w 823129"/>
              <a:gd name="connsiteY8" fmla="*/ 69624 h 1643533"/>
              <a:gd name="connsiteX0" fmla="*/ 2540 w 823129"/>
              <a:gd name="connsiteY0" fmla="*/ 69624 h 1643533"/>
              <a:gd name="connsiteX1" fmla="*/ 62481 w 823129"/>
              <a:gd name="connsiteY1" fmla="*/ 2693 h 1643533"/>
              <a:gd name="connsiteX2" fmla="*/ 683600 w 823129"/>
              <a:gd name="connsiteY2" fmla="*/ 0 h 1643533"/>
              <a:gd name="connsiteX3" fmla="*/ 816629 w 823129"/>
              <a:gd name="connsiteY3" fmla="*/ 68189 h 1643533"/>
              <a:gd name="connsiteX4" fmla="*/ 822960 w 823129"/>
              <a:gd name="connsiteY4" fmla="*/ 1546071 h 1643533"/>
              <a:gd name="connsiteX5" fmla="*/ 636106 w 823129"/>
              <a:gd name="connsiteY5" fmla="*/ 1643533 h 1643533"/>
              <a:gd name="connsiteX6" fmla="*/ 61343 w 823129"/>
              <a:gd name="connsiteY6" fmla="*/ 1643533 h 1643533"/>
              <a:gd name="connsiteX7" fmla="*/ 0 w 823129"/>
              <a:gd name="connsiteY7" fmla="*/ 1578673 h 1643533"/>
              <a:gd name="connsiteX8" fmla="*/ 2540 w 823129"/>
              <a:gd name="connsiteY8" fmla="*/ 69624 h 1643533"/>
              <a:gd name="connsiteX0" fmla="*/ 2540 w 823129"/>
              <a:gd name="connsiteY0" fmla="*/ 69624 h 1643533"/>
              <a:gd name="connsiteX1" fmla="*/ 62481 w 823129"/>
              <a:gd name="connsiteY1" fmla="*/ 2693 h 1643533"/>
              <a:gd name="connsiteX2" fmla="*/ 683600 w 823129"/>
              <a:gd name="connsiteY2" fmla="*/ 0 h 1643533"/>
              <a:gd name="connsiteX3" fmla="*/ 816629 w 823129"/>
              <a:gd name="connsiteY3" fmla="*/ 68189 h 1643533"/>
              <a:gd name="connsiteX4" fmla="*/ 822960 w 823129"/>
              <a:gd name="connsiteY4" fmla="*/ 1546071 h 1643533"/>
              <a:gd name="connsiteX5" fmla="*/ 636106 w 823129"/>
              <a:gd name="connsiteY5" fmla="*/ 1643533 h 1643533"/>
              <a:gd name="connsiteX6" fmla="*/ 61343 w 823129"/>
              <a:gd name="connsiteY6" fmla="*/ 1643533 h 1643533"/>
              <a:gd name="connsiteX7" fmla="*/ 0 w 823129"/>
              <a:gd name="connsiteY7" fmla="*/ 1578673 h 1643533"/>
              <a:gd name="connsiteX8" fmla="*/ 2540 w 823129"/>
              <a:gd name="connsiteY8" fmla="*/ 69624 h 1643533"/>
              <a:gd name="connsiteX0" fmla="*/ 2540 w 823129"/>
              <a:gd name="connsiteY0" fmla="*/ 69624 h 1643533"/>
              <a:gd name="connsiteX1" fmla="*/ 62481 w 823129"/>
              <a:gd name="connsiteY1" fmla="*/ 2693 h 1643533"/>
              <a:gd name="connsiteX2" fmla="*/ 683600 w 823129"/>
              <a:gd name="connsiteY2" fmla="*/ 0 h 1643533"/>
              <a:gd name="connsiteX3" fmla="*/ 816629 w 823129"/>
              <a:gd name="connsiteY3" fmla="*/ 68189 h 1643533"/>
              <a:gd name="connsiteX4" fmla="*/ 822960 w 823129"/>
              <a:gd name="connsiteY4" fmla="*/ 1546071 h 1643533"/>
              <a:gd name="connsiteX5" fmla="*/ 636106 w 823129"/>
              <a:gd name="connsiteY5" fmla="*/ 1643533 h 1643533"/>
              <a:gd name="connsiteX6" fmla="*/ 61343 w 823129"/>
              <a:gd name="connsiteY6" fmla="*/ 1643533 h 1643533"/>
              <a:gd name="connsiteX7" fmla="*/ 0 w 823129"/>
              <a:gd name="connsiteY7" fmla="*/ 1578673 h 1643533"/>
              <a:gd name="connsiteX8" fmla="*/ 2540 w 823129"/>
              <a:gd name="connsiteY8" fmla="*/ 69624 h 1643533"/>
              <a:gd name="connsiteX0" fmla="*/ 2540 w 823129"/>
              <a:gd name="connsiteY0" fmla="*/ 69624 h 1643533"/>
              <a:gd name="connsiteX1" fmla="*/ 62481 w 823129"/>
              <a:gd name="connsiteY1" fmla="*/ 2693 h 1643533"/>
              <a:gd name="connsiteX2" fmla="*/ 683600 w 823129"/>
              <a:gd name="connsiteY2" fmla="*/ 0 h 1643533"/>
              <a:gd name="connsiteX3" fmla="*/ 816629 w 823129"/>
              <a:gd name="connsiteY3" fmla="*/ 68189 h 1643533"/>
              <a:gd name="connsiteX4" fmla="*/ 822960 w 823129"/>
              <a:gd name="connsiteY4" fmla="*/ 1546071 h 1643533"/>
              <a:gd name="connsiteX5" fmla="*/ 636106 w 823129"/>
              <a:gd name="connsiteY5" fmla="*/ 1643533 h 1643533"/>
              <a:gd name="connsiteX6" fmla="*/ 61343 w 823129"/>
              <a:gd name="connsiteY6" fmla="*/ 1643533 h 1643533"/>
              <a:gd name="connsiteX7" fmla="*/ 0 w 823129"/>
              <a:gd name="connsiteY7" fmla="*/ 1578673 h 1643533"/>
              <a:gd name="connsiteX8" fmla="*/ 2540 w 823129"/>
              <a:gd name="connsiteY8" fmla="*/ 69624 h 1643533"/>
              <a:gd name="connsiteX0" fmla="*/ 2540 w 823129"/>
              <a:gd name="connsiteY0" fmla="*/ 69624 h 1643533"/>
              <a:gd name="connsiteX1" fmla="*/ 62481 w 823129"/>
              <a:gd name="connsiteY1" fmla="*/ 2693 h 1643533"/>
              <a:gd name="connsiteX2" fmla="*/ 683600 w 823129"/>
              <a:gd name="connsiteY2" fmla="*/ 0 h 1643533"/>
              <a:gd name="connsiteX3" fmla="*/ 816629 w 823129"/>
              <a:gd name="connsiteY3" fmla="*/ 68189 h 1643533"/>
              <a:gd name="connsiteX4" fmla="*/ 822960 w 823129"/>
              <a:gd name="connsiteY4" fmla="*/ 1546071 h 1643533"/>
              <a:gd name="connsiteX5" fmla="*/ 636106 w 823129"/>
              <a:gd name="connsiteY5" fmla="*/ 1643533 h 1643533"/>
              <a:gd name="connsiteX6" fmla="*/ 61343 w 823129"/>
              <a:gd name="connsiteY6" fmla="*/ 1643533 h 1643533"/>
              <a:gd name="connsiteX7" fmla="*/ 0 w 823129"/>
              <a:gd name="connsiteY7" fmla="*/ 1578673 h 1643533"/>
              <a:gd name="connsiteX8" fmla="*/ 2540 w 823129"/>
              <a:gd name="connsiteY8" fmla="*/ 69624 h 1643533"/>
              <a:gd name="connsiteX0" fmla="*/ 2540 w 823129"/>
              <a:gd name="connsiteY0" fmla="*/ 69624 h 1643533"/>
              <a:gd name="connsiteX1" fmla="*/ 62481 w 823129"/>
              <a:gd name="connsiteY1" fmla="*/ 2693 h 1643533"/>
              <a:gd name="connsiteX2" fmla="*/ 683600 w 823129"/>
              <a:gd name="connsiteY2" fmla="*/ 0 h 1643533"/>
              <a:gd name="connsiteX3" fmla="*/ 816629 w 823129"/>
              <a:gd name="connsiteY3" fmla="*/ 68189 h 1643533"/>
              <a:gd name="connsiteX4" fmla="*/ 822960 w 823129"/>
              <a:gd name="connsiteY4" fmla="*/ 1546071 h 1643533"/>
              <a:gd name="connsiteX5" fmla="*/ 636106 w 823129"/>
              <a:gd name="connsiteY5" fmla="*/ 1643533 h 1643533"/>
              <a:gd name="connsiteX6" fmla="*/ 61343 w 823129"/>
              <a:gd name="connsiteY6" fmla="*/ 1643533 h 1643533"/>
              <a:gd name="connsiteX7" fmla="*/ 0 w 823129"/>
              <a:gd name="connsiteY7" fmla="*/ 1578673 h 1643533"/>
              <a:gd name="connsiteX8" fmla="*/ 2540 w 823129"/>
              <a:gd name="connsiteY8" fmla="*/ 69624 h 1643533"/>
              <a:gd name="connsiteX0" fmla="*/ 2540 w 823129"/>
              <a:gd name="connsiteY0" fmla="*/ 69624 h 1643533"/>
              <a:gd name="connsiteX1" fmla="*/ 62481 w 823129"/>
              <a:gd name="connsiteY1" fmla="*/ 2693 h 1643533"/>
              <a:gd name="connsiteX2" fmla="*/ 683600 w 823129"/>
              <a:gd name="connsiteY2" fmla="*/ 0 h 1643533"/>
              <a:gd name="connsiteX3" fmla="*/ 816629 w 823129"/>
              <a:gd name="connsiteY3" fmla="*/ 68189 h 1643533"/>
              <a:gd name="connsiteX4" fmla="*/ 822960 w 823129"/>
              <a:gd name="connsiteY4" fmla="*/ 1546071 h 1643533"/>
              <a:gd name="connsiteX5" fmla="*/ 636106 w 823129"/>
              <a:gd name="connsiteY5" fmla="*/ 1643533 h 1643533"/>
              <a:gd name="connsiteX6" fmla="*/ 61343 w 823129"/>
              <a:gd name="connsiteY6" fmla="*/ 1643533 h 1643533"/>
              <a:gd name="connsiteX7" fmla="*/ 0 w 823129"/>
              <a:gd name="connsiteY7" fmla="*/ 1578673 h 1643533"/>
              <a:gd name="connsiteX8" fmla="*/ 2540 w 823129"/>
              <a:gd name="connsiteY8" fmla="*/ 69624 h 1643533"/>
              <a:gd name="connsiteX0" fmla="*/ 2540 w 823129"/>
              <a:gd name="connsiteY0" fmla="*/ 69762 h 1643671"/>
              <a:gd name="connsiteX1" fmla="*/ 62481 w 823129"/>
              <a:gd name="connsiteY1" fmla="*/ 2831 h 1643671"/>
              <a:gd name="connsiteX2" fmla="*/ 683600 w 823129"/>
              <a:gd name="connsiteY2" fmla="*/ 138 h 1643671"/>
              <a:gd name="connsiteX3" fmla="*/ 816629 w 823129"/>
              <a:gd name="connsiteY3" fmla="*/ 68327 h 1643671"/>
              <a:gd name="connsiteX4" fmla="*/ 822960 w 823129"/>
              <a:gd name="connsiteY4" fmla="*/ 1546209 h 1643671"/>
              <a:gd name="connsiteX5" fmla="*/ 636106 w 823129"/>
              <a:gd name="connsiteY5" fmla="*/ 1643671 h 1643671"/>
              <a:gd name="connsiteX6" fmla="*/ 61343 w 823129"/>
              <a:gd name="connsiteY6" fmla="*/ 1643671 h 1643671"/>
              <a:gd name="connsiteX7" fmla="*/ 0 w 823129"/>
              <a:gd name="connsiteY7" fmla="*/ 1578811 h 1643671"/>
              <a:gd name="connsiteX8" fmla="*/ 2540 w 823129"/>
              <a:gd name="connsiteY8" fmla="*/ 69762 h 1643671"/>
              <a:gd name="connsiteX0" fmla="*/ 2540 w 823129"/>
              <a:gd name="connsiteY0" fmla="*/ 69624 h 1643533"/>
              <a:gd name="connsiteX1" fmla="*/ 62481 w 823129"/>
              <a:gd name="connsiteY1" fmla="*/ 2693 h 1643533"/>
              <a:gd name="connsiteX2" fmla="*/ 683600 w 823129"/>
              <a:gd name="connsiteY2" fmla="*/ 0 h 1643533"/>
              <a:gd name="connsiteX3" fmla="*/ 816629 w 823129"/>
              <a:gd name="connsiteY3" fmla="*/ 68189 h 1643533"/>
              <a:gd name="connsiteX4" fmla="*/ 822960 w 823129"/>
              <a:gd name="connsiteY4" fmla="*/ 1546071 h 1643533"/>
              <a:gd name="connsiteX5" fmla="*/ 636106 w 823129"/>
              <a:gd name="connsiteY5" fmla="*/ 1643533 h 1643533"/>
              <a:gd name="connsiteX6" fmla="*/ 61343 w 823129"/>
              <a:gd name="connsiteY6" fmla="*/ 1643533 h 1643533"/>
              <a:gd name="connsiteX7" fmla="*/ 0 w 823129"/>
              <a:gd name="connsiteY7" fmla="*/ 1578673 h 1643533"/>
              <a:gd name="connsiteX8" fmla="*/ 2540 w 823129"/>
              <a:gd name="connsiteY8" fmla="*/ 69624 h 1643533"/>
              <a:gd name="connsiteX0" fmla="*/ 2540 w 823129"/>
              <a:gd name="connsiteY0" fmla="*/ 69624 h 1643533"/>
              <a:gd name="connsiteX1" fmla="*/ 62481 w 823129"/>
              <a:gd name="connsiteY1" fmla="*/ 2693 h 1643533"/>
              <a:gd name="connsiteX2" fmla="*/ 713753 w 823129"/>
              <a:gd name="connsiteY2" fmla="*/ 0 h 1643533"/>
              <a:gd name="connsiteX3" fmla="*/ 816629 w 823129"/>
              <a:gd name="connsiteY3" fmla="*/ 68189 h 1643533"/>
              <a:gd name="connsiteX4" fmla="*/ 822960 w 823129"/>
              <a:gd name="connsiteY4" fmla="*/ 1546071 h 1643533"/>
              <a:gd name="connsiteX5" fmla="*/ 636106 w 823129"/>
              <a:gd name="connsiteY5" fmla="*/ 1643533 h 1643533"/>
              <a:gd name="connsiteX6" fmla="*/ 61343 w 823129"/>
              <a:gd name="connsiteY6" fmla="*/ 1643533 h 1643533"/>
              <a:gd name="connsiteX7" fmla="*/ 0 w 823129"/>
              <a:gd name="connsiteY7" fmla="*/ 1578673 h 1643533"/>
              <a:gd name="connsiteX8" fmla="*/ 2540 w 823129"/>
              <a:gd name="connsiteY8" fmla="*/ 69624 h 1643533"/>
              <a:gd name="connsiteX0" fmla="*/ 2540 w 823129"/>
              <a:gd name="connsiteY0" fmla="*/ 69624 h 1643533"/>
              <a:gd name="connsiteX1" fmla="*/ 62481 w 823129"/>
              <a:gd name="connsiteY1" fmla="*/ 2693 h 1643533"/>
              <a:gd name="connsiteX2" fmla="*/ 713753 w 823129"/>
              <a:gd name="connsiteY2" fmla="*/ 0 h 1643533"/>
              <a:gd name="connsiteX3" fmla="*/ 816629 w 823129"/>
              <a:gd name="connsiteY3" fmla="*/ 68189 h 1643533"/>
              <a:gd name="connsiteX4" fmla="*/ 822960 w 823129"/>
              <a:gd name="connsiteY4" fmla="*/ 1546071 h 1643533"/>
              <a:gd name="connsiteX5" fmla="*/ 636106 w 823129"/>
              <a:gd name="connsiteY5" fmla="*/ 1643533 h 1643533"/>
              <a:gd name="connsiteX6" fmla="*/ 61343 w 823129"/>
              <a:gd name="connsiteY6" fmla="*/ 1643533 h 1643533"/>
              <a:gd name="connsiteX7" fmla="*/ 0 w 823129"/>
              <a:gd name="connsiteY7" fmla="*/ 1578673 h 1643533"/>
              <a:gd name="connsiteX8" fmla="*/ 2540 w 823129"/>
              <a:gd name="connsiteY8" fmla="*/ 69624 h 1643533"/>
              <a:gd name="connsiteX0" fmla="*/ 2540 w 823129"/>
              <a:gd name="connsiteY0" fmla="*/ 69624 h 1643533"/>
              <a:gd name="connsiteX1" fmla="*/ 62481 w 823129"/>
              <a:gd name="connsiteY1" fmla="*/ 2693 h 1643533"/>
              <a:gd name="connsiteX2" fmla="*/ 713753 w 823129"/>
              <a:gd name="connsiteY2" fmla="*/ 0 h 1643533"/>
              <a:gd name="connsiteX3" fmla="*/ 816629 w 823129"/>
              <a:gd name="connsiteY3" fmla="*/ 68189 h 1643533"/>
              <a:gd name="connsiteX4" fmla="*/ 822960 w 823129"/>
              <a:gd name="connsiteY4" fmla="*/ 1546071 h 1643533"/>
              <a:gd name="connsiteX5" fmla="*/ 636106 w 823129"/>
              <a:gd name="connsiteY5" fmla="*/ 1643533 h 1643533"/>
              <a:gd name="connsiteX6" fmla="*/ 61343 w 823129"/>
              <a:gd name="connsiteY6" fmla="*/ 1643533 h 1643533"/>
              <a:gd name="connsiteX7" fmla="*/ 0 w 823129"/>
              <a:gd name="connsiteY7" fmla="*/ 1578673 h 1643533"/>
              <a:gd name="connsiteX8" fmla="*/ 2540 w 823129"/>
              <a:gd name="connsiteY8" fmla="*/ 69624 h 1643533"/>
              <a:gd name="connsiteX0" fmla="*/ 2540 w 821123"/>
              <a:gd name="connsiteY0" fmla="*/ 69624 h 1643533"/>
              <a:gd name="connsiteX1" fmla="*/ 62481 w 821123"/>
              <a:gd name="connsiteY1" fmla="*/ 2693 h 1643533"/>
              <a:gd name="connsiteX2" fmla="*/ 713753 w 821123"/>
              <a:gd name="connsiteY2" fmla="*/ 0 h 1643533"/>
              <a:gd name="connsiteX3" fmla="*/ 816629 w 821123"/>
              <a:gd name="connsiteY3" fmla="*/ 68189 h 1643533"/>
              <a:gd name="connsiteX4" fmla="*/ 820950 w 821123"/>
              <a:gd name="connsiteY4" fmla="*/ 1571552 h 1643533"/>
              <a:gd name="connsiteX5" fmla="*/ 636106 w 821123"/>
              <a:gd name="connsiteY5" fmla="*/ 1643533 h 1643533"/>
              <a:gd name="connsiteX6" fmla="*/ 61343 w 821123"/>
              <a:gd name="connsiteY6" fmla="*/ 1643533 h 1643533"/>
              <a:gd name="connsiteX7" fmla="*/ 0 w 821123"/>
              <a:gd name="connsiteY7" fmla="*/ 1578673 h 1643533"/>
              <a:gd name="connsiteX8" fmla="*/ 2540 w 821123"/>
              <a:gd name="connsiteY8" fmla="*/ 69624 h 1643533"/>
              <a:gd name="connsiteX0" fmla="*/ 2540 w 821342"/>
              <a:gd name="connsiteY0" fmla="*/ 69624 h 1643533"/>
              <a:gd name="connsiteX1" fmla="*/ 62481 w 821342"/>
              <a:gd name="connsiteY1" fmla="*/ 2693 h 1643533"/>
              <a:gd name="connsiteX2" fmla="*/ 713753 w 821342"/>
              <a:gd name="connsiteY2" fmla="*/ 0 h 1643533"/>
              <a:gd name="connsiteX3" fmla="*/ 816629 w 821342"/>
              <a:gd name="connsiteY3" fmla="*/ 68189 h 1643533"/>
              <a:gd name="connsiteX4" fmla="*/ 820950 w 821342"/>
              <a:gd name="connsiteY4" fmla="*/ 1571552 h 1643533"/>
              <a:gd name="connsiteX5" fmla="*/ 682341 w 821342"/>
              <a:gd name="connsiteY5" fmla="*/ 1643533 h 1643533"/>
              <a:gd name="connsiteX6" fmla="*/ 61343 w 821342"/>
              <a:gd name="connsiteY6" fmla="*/ 1643533 h 1643533"/>
              <a:gd name="connsiteX7" fmla="*/ 0 w 821342"/>
              <a:gd name="connsiteY7" fmla="*/ 1578673 h 1643533"/>
              <a:gd name="connsiteX8" fmla="*/ 2540 w 821342"/>
              <a:gd name="connsiteY8" fmla="*/ 69624 h 1643533"/>
              <a:gd name="connsiteX0" fmla="*/ 2540 w 820951"/>
              <a:gd name="connsiteY0" fmla="*/ 69624 h 1643533"/>
              <a:gd name="connsiteX1" fmla="*/ 62481 w 820951"/>
              <a:gd name="connsiteY1" fmla="*/ 2693 h 1643533"/>
              <a:gd name="connsiteX2" fmla="*/ 713753 w 820951"/>
              <a:gd name="connsiteY2" fmla="*/ 0 h 1643533"/>
              <a:gd name="connsiteX3" fmla="*/ 816629 w 820951"/>
              <a:gd name="connsiteY3" fmla="*/ 68189 h 1643533"/>
              <a:gd name="connsiteX4" fmla="*/ 820950 w 820951"/>
              <a:gd name="connsiteY4" fmla="*/ 1571552 h 1643533"/>
              <a:gd name="connsiteX5" fmla="*/ 682341 w 820951"/>
              <a:gd name="connsiteY5" fmla="*/ 1643533 h 1643533"/>
              <a:gd name="connsiteX6" fmla="*/ 61343 w 820951"/>
              <a:gd name="connsiteY6" fmla="*/ 1643533 h 1643533"/>
              <a:gd name="connsiteX7" fmla="*/ 0 w 820951"/>
              <a:gd name="connsiteY7" fmla="*/ 1578673 h 1643533"/>
              <a:gd name="connsiteX8" fmla="*/ 2540 w 820951"/>
              <a:gd name="connsiteY8" fmla="*/ 69624 h 1643533"/>
              <a:gd name="connsiteX0" fmla="*/ 2540 w 820950"/>
              <a:gd name="connsiteY0" fmla="*/ 69624 h 1643533"/>
              <a:gd name="connsiteX1" fmla="*/ 62481 w 820950"/>
              <a:gd name="connsiteY1" fmla="*/ 2693 h 1643533"/>
              <a:gd name="connsiteX2" fmla="*/ 713753 w 820950"/>
              <a:gd name="connsiteY2" fmla="*/ 0 h 1643533"/>
              <a:gd name="connsiteX3" fmla="*/ 816629 w 820950"/>
              <a:gd name="connsiteY3" fmla="*/ 68189 h 1643533"/>
              <a:gd name="connsiteX4" fmla="*/ 820950 w 820950"/>
              <a:gd name="connsiteY4" fmla="*/ 1571552 h 1643533"/>
              <a:gd name="connsiteX5" fmla="*/ 682341 w 820950"/>
              <a:gd name="connsiteY5" fmla="*/ 1643533 h 1643533"/>
              <a:gd name="connsiteX6" fmla="*/ 61343 w 820950"/>
              <a:gd name="connsiteY6" fmla="*/ 1643533 h 1643533"/>
              <a:gd name="connsiteX7" fmla="*/ 0 w 820950"/>
              <a:gd name="connsiteY7" fmla="*/ 1578673 h 1643533"/>
              <a:gd name="connsiteX8" fmla="*/ 2540 w 820950"/>
              <a:gd name="connsiteY8" fmla="*/ 69624 h 1643533"/>
              <a:gd name="connsiteX0" fmla="*/ 2540 w 820950"/>
              <a:gd name="connsiteY0" fmla="*/ 69624 h 1643533"/>
              <a:gd name="connsiteX1" fmla="*/ 62481 w 820950"/>
              <a:gd name="connsiteY1" fmla="*/ 2693 h 1643533"/>
              <a:gd name="connsiteX2" fmla="*/ 713753 w 820950"/>
              <a:gd name="connsiteY2" fmla="*/ 0 h 1643533"/>
              <a:gd name="connsiteX3" fmla="*/ 816629 w 820950"/>
              <a:gd name="connsiteY3" fmla="*/ 68189 h 1643533"/>
              <a:gd name="connsiteX4" fmla="*/ 820950 w 820950"/>
              <a:gd name="connsiteY4" fmla="*/ 1571552 h 1643533"/>
              <a:gd name="connsiteX5" fmla="*/ 682341 w 820950"/>
              <a:gd name="connsiteY5" fmla="*/ 1643533 h 1643533"/>
              <a:gd name="connsiteX6" fmla="*/ 61343 w 820950"/>
              <a:gd name="connsiteY6" fmla="*/ 1643533 h 1643533"/>
              <a:gd name="connsiteX7" fmla="*/ 0 w 820950"/>
              <a:gd name="connsiteY7" fmla="*/ 1578673 h 1643533"/>
              <a:gd name="connsiteX8" fmla="*/ 2540 w 820950"/>
              <a:gd name="connsiteY8" fmla="*/ 69624 h 1643533"/>
              <a:gd name="connsiteX0" fmla="*/ 2540 w 818940"/>
              <a:gd name="connsiteY0" fmla="*/ 69624 h 1643533"/>
              <a:gd name="connsiteX1" fmla="*/ 62481 w 818940"/>
              <a:gd name="connsiteY1" fmla="*/ 2693 h 1643533"/>
              <a:gd name="connsiteX2" fmla="*/ 713753 w 818940"/>
              <a:gd name="connsiteY2" fmla="*/ 0 h 1643533"/>
              <a:gd name="connsiteX3" fmla="*/ 816629 w 818940"/>
              <a:gd name="connsiteY3" fmla="*/ 68189 h 1643533"/>
              <a:gd name="connsiteX4" fmla="*/ 818940 w 818940"/>
              <a:gd name="connsiteY4" fmla="*/ 1589867 h 1643533"/>
              <a:gd name="connsiteX5" fmla="*/ 682341 w 818940"/>
              <a:gd name="connsiteY5" fmla="*/ 1643533 h 1643533"/>
              <a:gd name="connsiteX6" fmla="*/ 61343 w 818940"/>
              <a:gd name="connsiteY6" fmla="*/ 1643533 h 1643533"/>
              <a:gd name="connsiteX7" fmla="*/ 0 w 818940"/>
              <a:gd name="connsiteY7" fmla="*/ 1578673 h 1643533"/>
              <a:gd name="connsiteX8" fmla="*/ 2540 w 818940"/>
              <a:gd name="connsiteY8" fmla="*/ 69624 h 1643533"/>
              <a:gd name="connsiteX0" fmla="*/ 2540 w 818940"/>
              <a:gd name="connsiteY0" fmla="*/ 69624 h 1643533"/>
              <a:gd name="connsiteX1" fmla="*/ 62481 w 818940"/>
              <a:gd name="connsiteY1" fmla="*/ 2693 h 1643533"/>
              <a:gd name="connsiteX2" fmla="*/ 713753 w 818940"/>
              <a:gd name="connsiteY2" fmla="*/ 0 h 1643533"/>
              <a:gd name="connsiteX3" fmla="*/ 816629 w 818940"/>
              <a:gd name="connsiteY3" fmla="*/ 68189 h 1643533"/>
              <a:gd name="connsiteX4" fmla="*/ 818940 w 818940"/>
              <a:gd name="connsiteY4" fmla="*/ 1589867 h 1643533"/>
              <a:gd name="connsiteX5" fmla="*/ 682341 w 818940"/>
              <a:gd name="connsiteY5" fmla="*/ 1643533 h 1643533"/>
              <a:gd name="connsiteX6" fmla="*/ 61343 w 818940"/>
              <a:gd name="connsiteY6" fmla="*/ 1643533 h 1643533"/>
              <a:gd name="connsiteX7" fmla="*/ 0 w 818940"/>
              <a:gd name="connsiteY7" fmla="*/ 1578673 h 1643533"/>
              <a:gd name="connsiteX8" fmla="*/ 2540 w 818940"/>
              <a:gd name="connsiteY8" fmla="*/ 69624 h 1643533"/>
              <a:gd name="connsiteX0" fmla="*/ 2540 w 818940"/>
              <a:gd name="connsiteY0" fmla="*/ 69624 h 1643533"/>
              <a:gd name="connsiteX1" fmla="*/ 62481 w 818940"/>
              <a:gd name="connsiteY1" fmla="*/ 2693 h 1643533"/>
              <a:gd name="connsiteX2" fmla="*/ 713753 w 818940"/>
              <a:gd name="connsiteY2" fmla="*/ 0 h 1643533"/>
              <a:gd name="connsiteX3" fmla="*/ 816629 w 818940"/>
              <a:gd name="connsiteY3" fmla="*/ 68189 h 1643533"/>
              <a:gd name="connsiteX4" fmla="*/ 818940 w 818940"/>
              <a:gd name="connsiteY4" fmla="*/ 1589867 h 1643533"/>
              <a:gd name="connsiteX5" fmla="*/ 682341 w 818940"/>
              <a:gd name="connsiteY5" fmla="*/ 1643533 h 1643533"/>
              <a:gd name="connsiteX6" fmla="*/ 61343 w 818940"/>
              <a:gd name="connsiteY6" fmla="*/ 1643533 h 1643533"/>
              <a:gd name="connsiteX7" fmla="*/ 0 w 818940"/>
              <a:gd name="connsiteY7" fmla="*/ 1578673 h 1643533"/>
              <a:gd name="connsiteX8" fmla="*/ 2540 w 818940"/>
              <a:gd name="connsiteY8" fmla="*/ 69624 h 1643533"/>
              <a:gd name="connsiteX0" fmla="*/ 2540 w 818940"/>
              <a:gd name="connsiteY0" fmla="*/ 69624 h 1643533"/>
              <a:gd name="connsiteX1" fmla="*/ 62481 w 818940"/>
              <a:gd name="connsiteY1" fmla="*/ 2693 h 1643533"/>
              <a:gd name="connsiteX2" fmla="*/ 713753 w 818940"/>
              <a:gd name="connsiteY2" fmla="*/ 0 h 1643533"/>
              <a:gd name="connsiteX3" fmla="*/ 816629 w 818940"/>
              <a:gd name="connsiteY3" fmla="*/ 68189 h 1643533"/>
              <a:gd name="connsiteX4" fmla="*/ 818940 w 818940"/>
              <a:gd name="connsiteY4" fmla="*/ 1589867 h 1643533"/>
              <a:gd name="connsiteX5" fmla="*/ 682341 w 818940"/>
              <a:gd name="connsiteY5" fmla="*/ 1643533 h 1643533"/>
              <a:gd name="connsiteX6" fmla="*/ 61343 w 818940"/>
              <a:gd name="connsiteY6" fmla="*/ 1643533 h 1643533"/>
              <a:gd name="connsiteX7" fmla="*/ 0 w 818940"/>
              <a:gd name="connsiteY7" fmla="*/ 1578673 h 1643533"/>
              <a:gd name="connsiteX8" fmla="*/ 2540 w 818940"/>
              <a:gd name="connsiteY8" fmla="*/ 69624 h 1643533"/>
              <a:gd name="connsiteX0" fmla="*/ 2540 w 820893"/>
              <a:gd name="connsiteY0" fmla="*/ 69624 h 1643533"/>
              <a:gd name="connsiteX1" fmla="*/ 62481 w 820893"/>
              <a:gd name="connsiteY1" fmla="*/ 2693 h 1643533"/>
              <a:gd name="connsiteX2" fmla="*/ 713753 w 820893"/>
              <a:gd name="connsiteY2" fmla="*/ 0 h 1643533"/>
              <a:gd name="connsiteX3" fmla="*/ 816629 w 820893"/>
              <a:gd name="connsiteY3" fmla="*/ 68189 h 1643533"/>
              <a:gd name="connsiteX4" fmla="*/ 818940 w 820893"/>
              <a:gd name="connsiteY4" fmla="*/ 1589867 h 1643533"/>
              <a:gd name="connsiteX5" fmla="*/ 682341 w 820893"/>
              <a:gd name="connsiteY5" fmla="*/ 1643533 h 1643533"/>
              <a:gd name="connsiteX6" fmla="*/ 61343 w 820893"/>
              <a:gd name="connsiteY6" fmla="*/ 1643533 h 1643533"/>
              <a:gd name="connsiteX7" fmla="*/ 0 w 820893"/>
              <a:gd name="connsiteY7" fmla="*/ 1578673 h 1643533"/>
              <a:gd name="connsiteX8" fmla="*/ 2540 w 820893"/>
              <a:gd name="connsiteY8" fmla="*/ 69624 h 1643533"/>
              <a:gd name="connsiteX0" fmla="*/ 2540 w 818946"/>
              <a:gd name="connsiteY0" fmla="*/ 69624 h 1643533"/>
              <a:gd name="connsiteX1" fmla="*/ 62481 w 818946"/>
              <a:gd name="connsiteY1" fmla="*/ 2693 h 1643533"/>
              <a:gd name="connsiteX2" fmla="*/ 713753 w 818946"/>
              <a:gd name="connsiteY2" fmla="*/ 0 h 1643533"/>
              <a:gd name="connsiteX3" fmla="*/ 816629 w 818946"/>
              <a:gd name="connsiteY3" fmla="*/ 68189 h 1643533"/>
              <a:gd name="connsiteX4" fmla="*/ 818940 w 818946"/>
              <a:gd name="connsiteY4" fmla="*/ 1589867 h 1643533"/>
              <a:gd name="connsiteX5" fmla="*/ 682341 w 818946"/>
              <a:gd name="connsiteY5" fmla="*/ 1643533 h 1643533"/>
              <a:gd name="connsiteX6" fmla="*/ 61343 w 818946"/>
              <a:gd name="connsiteY6" fmla="*/ 1643533 h 1643533"/>
              <a:gd name="connsiteX7" fmla="*/ 0 w 818946"/>
              <a:gd name="connsiteY7" fmla="*/ 1578673 h 1643533"/>
              <a:gd name="connsiteX8" fmla="*/ 2540 w 818946"/>
              <a:gd name="connsiteY8" fmla="*/ 69624 h 1643533"/>
              <a:gd name="connsiteX0" fmla="*/ 2540 w 818949"/>
              <a:gd name="connsiteY0" fmla="*/ 69624 h 1643533"/>
              <a:gd name="connsiteX1" fmla="*/ 62481 w 818949"/>
              <a:gd name="connsiteY1" fmla="*/ 2693 h 1643533"/>
              <a:gd name="connsiteX2" fmla="*/ 713753 w 818949"/>
              <a:gd name="connsiteY2" fmla="*/ 0 h 1643533"/>
              <a:gd name="connsiteX3" fmla="*/ 816629 w 818949"/>
              <a:gd name="connsiteY3" fmla="*/ 68189 h 1643533"/>
              <a:gd name="connsiteX4" fmla="*/ 818940 w 818949"/>
              <a:gd name="connsiteY4" fmla="*/ 1589867 h 1643533"/>
              <a:gd name="connsiteX5" fmla="*/ 682341 w 818949"/>
              <a:gd name="connsiteY5" fmla="*/ 1643533 h 1643533"/>
              <a:gd name="connsiteX6" fmla="*/ 61343 w 818949"/>
              <a:gd name="connsiteY6" fmla="*/ 1643533 h 1643533"/>
              <a:gd name="connsiteX7" fmla="*/ 0 w 818949"/>
              <a:gd name="connsiteY7" fmla="*/ 1578673 h 1643533"/>
              <a:gd name="connsiteX8" fmla="*/ 2540 w 818949"/>
              <a:gd name="connsiteY8" fmla="*/ 69624 h 1643533"/>
              <a:gd name="connsiteX0" fmla="*/ 2540 w 818949"/>
              <a:gd name="connsiteY0" fmla="*/ 67246 h 1641155"/>
              <a:gd name="connsiteX1" fmla="*/ 62481 w 818949"/>
              <a:gd name="connsiteY1" fmla="*/ 315 h 1641155"/>
              <a:gd name="connsiteX2" fmla="*/ 713753 w 818949"/>
              <a:gd name="connsiteY2" fmla="*/ 11 h 1641155"/>
              <a:gd name="connsiteX3" fmla="*/ 816629 w 818949"/>
              <a:gd name="connsiteY3" fmla="*/ 65811 h 1641155"/>
              <a:gd name="connsiteX4" fmla="*/ 818940 w 818949"/>
              <a:gd name="connsiteY4" fmla="*/ 1587489 h 1641155"/>
              <a:gd name="connsiteX5" fmla="*/ 682341 w 818949"/>
              <a:gd name="connsiteY5" fmla="*/ 1641155 h 1641155"/>
              <a:gd name="connsiteX6" fmla="*/ 61343 w 818949"/>
              <a:gd name="connsiteY6" fmla="*/ 1641155 h 1641155"/>
              <a:gd name="connsiteX7" fmla="*/ 0 w 818949"/>
              <a:gd name="connsiteY7" fmla="*/ 1576295 h 1641155"/>
              <a:gd name="connsiteX8" fmla="*/ 2540 w 818949"/>
              <a:gd name="connsiteY8" fmla="*/ 67246 h 1641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8949" h="1641155">
                <a:moveTo>
                  <a:pt x="2540" y="67246"/>
                </a:moveTo>
                <a:cubicBezTo>
                  <a:pt x="2540" y="-8507"/>
                  <a:pt x="-13272" y="315"/>
                  <a:pt x="62481" y="315"/>
                </a:cubicBezTo>
                <a:lnTo>
                  <a:pt x="713753" y="11"/>
                </a:lnTo>
                <a:cubicBezTo>
                  <a:pt x="836021" y="11"/>
                  <a:pt x="811286" y="24066"/>
                  <a:pt x="816629" y="65811"/>
                </a:cubicBezTo>
                <a:cubicBezTo>
                  <a:pt x="818639" y="124990"/>
                  <a:pt x="818941" y="1501768"/>
                  <a:pt x="818940" y="1587489"/>
                </a:cubicBezTo>
                <a:cubicBezTo>
                  <a:pt x="819241" y="1636169"/>
                  <a:pt x="812914" y="1641059"/>
                  <a:pt x="682341" y="1641155"/>
                </a:cubicBezTo>
                <a:lnTo>
                  <a:pt x="61343" y="1641155"/>
                </a:lnTo>
                <a:cubicBezTo>
                  <a:pt x="-18731" y="1639535"/>
                  <a:pt x="4321" y="1652048"/>
                  <a:pt x="0" y="1576295"/>
                </a:cubicBezTo>
                <a:cubicBezTo>
                  <a:pt x="847" y="1099624"/>
                  <a:pt x="1693" y="543917"/>
                  <a:pt x="2540" y="6724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C397546-C83B-AE6F-92D4-3583321EA3D4}"/>
              </a:ext>
            </a:extLst>
          </p:cNvPr>
          <p:cNvSpPr txBox="1"/>
          <p:nvPr/>
        </p:nvSpPr>
        <p:spPr>
          <a:xfrm>
            <a:off x="4548042" y="2347907"/>
            <a:ext cx="4154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Aptos Narrow" panose="020B0004020202020204" pitchFamily="34" charset="0"/>
                <a:cs typeface="Arial" panose="020B0604020202020204" pitchFamily="34" charset="0"/>
              </a:rPr>
              <a:t>新品</a:t>
            </a:r>
            <a:endParaRPr lang="en-US" sz="9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AE24326-E338-9B60-3BBD-84A6C1E832AE}"/>
              </a:ext>
            </a:extLst>
          </p:cNvPr>
          <p:cNvSpPr txBox="1"/>
          <p:nvPr/>
        </p:nvSpPr>
        <p:spPr>
          <a:xfrm>
            <a:off x="4430954" y="2762113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Aptos Narrow" panose="020B0004020202020204" pitchFamily="34" charset="0"/>
                <a:cs typeface="Arial" panose="020B0604020202020204" pitchFamily="34" charset="0"/>
              </a:rPr>
              <a:t>招聘人气</a:t>
            </a:r>
            <a:endParaRPr lang="en-US" sz="9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9A82DA7-31CA-2AA2-93DD-CC6B6830B58B}"/>
              </a:ext>
            </a:extLst>
          </p:cNvPr>
          <p:cNvSpPr txBox="1"/>
          <p:nvPr/>
        </p:nvSpPr>
        <p:spPr>
          <a:xfrm>
            <a:off x="4432350" y="3182977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Aptos Narrow" panose="020B0004020202020204" pitchFamily="34" charset="0"/>
                <a:cs typeface="Arial" panose="020B0604020202020204" pitchFamily="34" charset="0"/>
              </a:rPr>
              <a:t>水果系列</a:t>
            </a:r>
            <a:endParaRPr lang="en-US" sz="9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63B4C64-500D-26BB-B958-7DCF1D9B871B}"/>
              </a:ext>
            </a:extLst>
          </p:cNvPr>
          <p:cNvSpPr txBox="1"/>
          <p:nvPr/>
        </p:nvSpPr>
        <p:spPr>
          <a:xfrm>
            <a:off x="4430954" y="3597684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Aptos Narrow" panose="020B0004020202020204" pitchFamily="34" charset="0"/>
                <a:cs typeface="Arial" panose="020B0604020202020204" pitchFamily="34" charset="0"/>
              </a:rPr>
              <a:t>创新系列</a:t>
            </a:r>
            <a:endParaRPr lang="en-US" sz="9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C792DF9-7831-431C-3DFA-65DF39971F10}"/>
              </a:ext>
            </a:extLst>
          </p:cNvPr>
          <p:cNvSpPr txBox="1"/>
          <p:nvPr/>
        </p:nvSpPr>
        <p:spPr>
          <a:xfrm>
            <a:off x="4488577" y="401214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Aptos Narrow" panose="020B0004020202020204" pitchFamily="34" charset="0"/>
                <a:cs typeface="Arial" panose="020B0604020202020204" pitchFamily="34" charset="0"/>
              </a:rPr>
              <a:t>少女系</a:t>
            </a:r>
            <a:endParaRPr lang="en-US" sz="9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5C480DA-C14E-83DF-D3CF-06F8718C6D91}"/>
              </a:ext>
            </a:extLst>
          </p:cNvPr>
          <p:cNvSpPr txBox="1"/>
          <p:nvPr/>
        </p:nvSpPr>
        <p:spPr>
          <a:xfrm>
            <a:off x="4430868" y="4426611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Aptos Narrow" panose="020B0004020202020204" pitchFamily="34" charset="0"/>
                <a:cs typeface="Arial" panose="020B0604020202020204" pitchFamily="34" charset="0"/>
              </a:rPr>
              <a:t>夏日系列</a:t>
            </a:r>
            <a:endParaRPr lang="en-US" sz="9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C201457-ACBC-16DE-673A-6E9F01AFBC03}"/>
              </a:ext>
            </a:extLst>
          </p:cNvPr>
          <p:cNvSpPr txBox="1"/>
          <p:nvPr/>
        </p:nvSpPr>
        <p:spPr>
          <a:xfrm>
            <a:off x="4430868" y="4841075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Aptos Narrow" panose="020B0004020202020204" pitchFamily="34" charset="0"/>
                <a:cs typeface="Arial" panose="020B0604020202020204" pitchFamily="34" charset="0"/>
              </a:rPr>
              <a:t>健康系列</a:t>
            </a:r>
            <a:endParaRPr lang="en-US" sz="9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4A2D87-5EB0-F462-4D81-2DFA02446F9E}"/>
              </a:ext>
            </a:extLst>
          </p:cNvPr>
          <p:cNvSpPr txBox="1"/>
          <p:nvPr/>
        </p:nvSpPr>
        <p:spPr>
          <a:xfrm>
            <a:off x="4546284" y="5250391"/>
            <a:ext cx="4154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Aptos Narrow" panose="020B0004020202020204" pitchFamily="34" charset="0"/>
                <a:cs typeface="Arial" panose="020B0604020202020204" pitchFamily="34" charset="0"/>
              </a:rPr>
              <a:t>小吃</a:t>
            </a:r>
            <a:endParaRPr lang="en-US" sz="9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642D536-075E-2AE2-5944-F4DCE45BDBE8}"/>
              </a:ext>
            </a:extLst>
          </p:cNvPr>
          <p:cNvSpPr txBox="1"/>
          <p:nvPr/>
        </p:nvSpPr>
        <p:spPr>
          <a:xfrm>
            <a:off x="4540600" y="5675048"/>
            <a:ext cx="4154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Aptos Narrow" panose="020B0004020202020204" pitchFamily="34" charset="0"/>
                <a:cs typeface="Arial" panose="020B0604020202020204" pitchFamily="34" charset="0"/>
              </a:rPr>
              <a:t>套餐</a:t>
            </a:r>
            <a:endParaRPr lang="en-US" sz="9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CB06815-1F71-33BB-6F1D-B69C27A4FA3E}"/>
              </a:ext>
            </a:extLst>
          </p:cNvPr>
          <p:cNvSpPr/>
          <p:nvPr/>
        </p:nvSpPr>
        <p:spPr>
          <a:xfrm>
            <a:off x="4366403" y="5768860"/>
            <a:ext cx="3455598" cy="4160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4012784-2FDB-0D0B-ABCC-095372C8A1B1}"/>
              </a:ext>
            </a:extLst>
          </p:cNvPr>
          <p:cNvSpPr txBox="1"/>
          <p:nvPr/>
        </p:nvSpPr>
        <p:spPr>
          <a:xfrm>
            <a:off x="5026584" y="5862202"/>
            <a:ext cx="7617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Aptos Narrow" panose="020B0004020202020204" pitchFamily="34" charset="0"/>
                <a:cs typeface="Arial" panose="020B0604020202020204" pitchFamily="34" charset="0"/>
              </a:rPr>
              <a:t>未选购商品</a:t>
            </a:r>
            <a:endParaRPr lang="en-US" sz="9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F42BD2F8-28B4-91ED-DE2D-5B6BD32B4A66}"/>
              </a:ext>
            </a:extLst>
          </p:cNvPr>
          <p:cNvSpPr/>
          <p:nvPr/>
        </p:nvSpPr>
        <p:spPr>
          <a:xfrm>
            <a:off x="4513100" y="5661820"/>
            <a:ext cx="502920" cy="502920"/>
          </a:xfrm>
          <a:prstGeom prst="ellips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A06C5F2C-68EE-F840-50EA-DFD174BDCA59}"/>
              </a:ext>
            </a:extLst>
          </p:cNvPr>
          <p:cNvSpPr/>
          <p:nvPr/>
        </p:nvSpPr>
        <p:spPr>
          <a:xfrm>
            <a:off x="4546284" y="5707575"/>
            <a:ext cx="436552" cy="43655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5B40E077-2E94-C2E1-FC07-5F62793386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1734" y="5811994"/>
            <a:ext cx="228600" cy="228600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BD53A1E-28DF-8CAB-6647-F8A4EDAABFAB}"/>
              </a:ext>
            </a:extLst>
          </p:cNvPr>
          <p:cNvSpPr/>
          <p:nvPr/>
        </p:nvSpPr>
        <p:spPr>
          <a:xfrm>
            <a:off x="6376501" y="1558549"/>
            <a:ext cx="1307139" cy="171216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bg2">
                    <a:lumMod val="75000"/>
                  </a:schemeClr>
                </a:solidFill>
              </a:rPr>
              <a:t>请输入商品名称</a:t>
            </a:r>
            <a:endParaRPr lang="en-US" sz="8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25" name="Picture 24" descr="A grey magnifying glass&#10;&#10;AI-generated content may be incorrect.">
            <a:extLst>
              <a:ext uri="{FF2B5EF4-FFF2-40B4-BE49-F238E27FC236}">
                <a16:creationId xmlns:a16="http://schemas.microsoft.com/office/drawing/2014/main" id="{795530BD-7391-4BED-C51B-493C167061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7969" y="1587548"/>
            <a:ext cx="118872" cy="118872"/>
          </a:xfrm>
          <a:prstGeom prst="rect">
            <a:avLst/>
          </a:prstGeom>
        </p:spPr>
      </p:pic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87A453F-C9EB-5039-46EB-E385AB1F7F71}"/>
              </a:ext>
            </a:extLst>
          </p:cNvPr>
          <p:cNvSpPr/>
          <p:nvPr/>
        </p:nvSpPr>
        <p:spPr>
          <a:xfrm>
            <a:off x="7021830" y="5841134"/>
            <a:ext cx="661810" cy="268692"/>
          </a:xfrm>
          <a:prstGeom prst="roundRect">
            <a:avLst>
              <a:gd name="adj" fmla="val 50000"/>
            </a:avLst>
          </a:prstGeom>
          <a:solidFill>
            <a:srgbClr val="AE7F55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/>
              <a:t>结算</a:t>
            </a:r>
            <a:endParaRPr lang="en-US" sz="1000" b="1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5F7AE28-827F-D947-7C96-3E7C4ED723B9}"/>
              </a:ext>
            </a:extLst>
          </p:cNvPr>
          <p:cNvSpPr/>
          <p:nvPr/>
        </p:nvSpPr>
        <p:spPr>
          <a:xfrm>
            <a:off x="4366403" y="254479"/>
            <a:ext cx="3459193" cy="6349042"/>
          </a:xfrm>
          <a:prstGeom prst="roundRect">
            <a:avLst>
              <a:gd name="adj" fmla="val 744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 descr="685f9d833777664ff51341a8bdc7717">
            <a:extLst>
              <a:ext uri="{FF2B5EF4-FFF2-40B4-BE49-F238E27FC236}">
                <a16:creationId xmlns:a16="http://schemas.microsoft.com/office/drawing/2014/main" id="{6C3090D8-9B9D-CF63-4B79-52A116C3CF1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8673"/>
          <a:stretch/>
        </p:blipFill>
        <p:spPr>
          <a:xfrm>
            <a:off x="5283308" y="2265418"/>
            <a:ext cx="920496" cy="676116"/>
          </a:xfrm>
          <a:prstGeom prst="roundRect">
            <a:avLst>
              <a:gd name="adj" fmla="val 4550"/>
            </a:avLst>
          </a:prstGeom>
        </p:spPr>
      </p:pic>
      <p:pic>
        <p:nvPicPr>
          <p:cNvPr id="46" name="Picture 45" descr="4d47dbfdce3b373a3a1b79d869d8272">
            <a:extLst>
              <a:ext uri="{FF2B5EF4-FFF2-40B4-BE49-F238E27FC236}">
                <a16:creationId xmlns:a16="http://schemas.microsoft.com/office/drawing/2014/main" id="{56825F00-5B83-857E-0B3D-672E3F8A40E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58366"/>
          <a:stretch/>
        </p:blipFill>
        <p:spPr>
          <a:xfrm>
            <a:off x="5283308" y="3177441"/>
            <a:ext cx="920496" cy="681176"/>
          </a:xfrm>
          <a:prstGeom prst="roundRect">
            <a:avLst>
              <a:gd name="adj" fmla="val 4082"/>
            </a:avLst>
          </a:prstGeom>
        </p:spPr>
      </p:pic>
      <p:pic>
        <p:nvPicPr>
          <p:cNvPr id="50" name="Picture 49" descr="4d1f2534fcae99695967947a01badfd">
            <a:extLst>
              <a:ext uri="{FF2B5EF4-FFF2-40B4-BE49-F238E27FC236}">
                <a16:creationId xmlns:a16="http://schemas.microsoft.com/office/drawing/2014/main" id="{1571CC0D-CC14-1E3E-79F6-2F01AD60BD1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58151"/>
          <a:stretch/>
        </p:blipFill>
        <p:spPr>
          <a:xfrm>
            <a:off x="5283308" y="4083452"/>
            <a:ext cx="920496" cy="684703"/>
          </a:xfrm>
          <a:prstGeom prst="roundRect">
            <a:avLst>
              <a:gd name="adj" fmla="val 3869"/>
            </a:avLst>
          </a:prstGeom>
        </p:spPr>
      </p:pic>
      <p:pic>
        <p:nvPicPr>
          <p:cNvPr id="54" name="Picture 53" descr="e41cd97b2528db438e820b6af3641da">
            <a:extLst>
              <a:ext uri="{FF2B5EF4-FFF2-40B4-BE49-F238E27FC236}">
                <a16:creationId xmlns:a16="http://schemas.microsoft.com/office/drawing/2014/main" id="{A0214B4C-C05A-7ACE-BE46-41AE39AF6E7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58277"/>
          <a:stretch/>
        </p:blipFill>
        <p:spPr>
          <a:xfrm>
            <a:off x="5285309" y="5004311"/>
            <a:ext cx="918495" cy="681176"/>
          </a:xfrm>
          <a:prstGeom prst="roundRect">
            <a:avLst>
              <a:gd name="adj" fmla="val 4362"/>
            </a:avLst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CF335074-8328-12F6-30EC-3E45B7CAE568}"/>
              </a:ext>
            </a:extLst>
          </p:cNvPr>
          <p:cNvSpPr txBox="1"/>
          <p:nvPr/>
        </p:nvSpPr>
        <p:spPr>
          <a:xfrm>
            <a:off x="6209317" y="2254138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Aptos Narrow" panose="020B0004020202020204" pitchFamily="34" charset="0"/>
                <a:cs typeface="Arial" panose="020B0604020202020204" pitchFamily="34" charset="0"/>
              </a:rPr>
              <a:t>黑糖珍珠奶茶</a:t>
            </a:r>
            <a:endParaRPr lang="en-US" sz="9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654ACF7-9201-9759-BE19-85DBC8BE714D}"/>
              </a:ext>
            </a:extLst>
          </p:cNvPr>
          <p:cNvGrpSpPr/>
          <p:nvPr/>
        </p:nvGrpSpPr>
        <p:grpSpPr>
          <a:xfrm>
            <a:off x="6203804" y="2744421"/>
            <a:ext cx="444095" cy="240822"/>
            <a:chOff x="6292118" y="2725766"/>
            <a:chExt cx="444095" cy="240822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D7D739C-2C4F-7853-CE94-DF458DF3D025}"/>
                </a:ext>
              </a:extLst>
            </p:cNvPr>
            <p:cNvSpPr txBox="1"/>
            <p:nvPr/>
          </p:nvSpPr>
          <p:spPr>
            <a:xfrm>
              <a:off x="6292118" y="2735756"/>
              <a:ext cx="30008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b="1" dirty="0">
                  <a:solidFill>
                    <a:srgbClr val="AE7F55"/>
                  </a:solidFill>
                  <a:cs typeface="Arial" panose="020B0604020202020204" pitchFamily="34" charset="0"/>
                </a:rPr>
                <a:t>￥</a:t>
              </a:r>
              <a:endParaRPr lang="en-US" sz="900" b="1" dirty="0">
                <a:solidFill>
                  <a:srgbClr val="AE7F55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05B6042D-F6D7-9C70-AA60-18794F4C7FB0}"/>
                </a:ext>
              </a:extLst>
            </p:cNvPr>
            <p:cNvSpPr txBox="1"/>
            <p:nvPr/>
          </p:nvSpPr>
          <p:spPr>
            <a:xfrm>
              <a:off x="6429719" y="2725766"/>
              <a:ext cx="30649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b="1" dirty="0">
                  <a:solidFill>
                    <a:srgbClr val="AE7F55"/>
                  </a:solidFill>
                  <a:cs typeface="Arial" panose="020B0604020202020204" pitchFamily="34" charset="0"/>
                </a:rPr>
                <a:t>12</a:t>
              </a:r>
              <a:endParaRPr lang="en-US" sz="900" b="1" dirty="0">
                <a:solidFill>
                  <a:srgbClr val="AE7F55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73" name="Oval 72">
            <a:extLst>
              <a:ext uri="{FF2B5EF4-FFF2-40B4-BE49-F238E27FC236}">
                <a16:creationId xmlns:a16="http://schemas.microsoft.com/office/drawing/2014/main" id="{93118FCC-4521-8890-45B9-C920406B2940}"/>
              </a:ext>
            </a:extLst>
          </p:cNvPr>
          <p:cNvSpPr/>
          <p:nvPr/>
        </p:nvSpPr>
        <p:spPr>
          <a:xfrm>
            <a:off x="7554340" y="2793121"/>
            <a:ext cx="129300" cy="129300"/>
          </a:xfrm>
          <a:prstGeom prst="ellipse">
            <a:avLst/>
          </a:prstGeom>
          <a:solidFill>
            <a:srgbClr val="AE7F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510D001-4875-A017-1A1D-EC71B4476C8E}"/>
              </a:ext>
            </a:extLst>
          </p:cNvPr>
          <p:cNvSpPr txBox="1"/>
          <p:nvPr/>
        </p:nvSpPr>
        <p:spPr>
          <a:xfrm>
            <a:off x="6214830" y="3159803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Aptos Narrow" panose="020B0004020202020204" pitchFamily="34" charset="0"/>
                <a:cs typeface="Arial" panose="020B0604020202020204" pitchFamily="34" charset="0"/>
              </a:rPr>
              <a:t>芝士奶盖抹茶</a:t>
            </a:r>
            <a:endParaRPr lang="en-US" sz="9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63D4B94-B375-7916-7C1B-81DD19247A3C}"/>
              </a:ext>
            </a:extLst>
          </p:cNvPr>
          <p:cNvGrpSpPr/>
          <p:nvPr/>
        </p:nvGrpSpPr>
        <p:grpSpPr>
          <a:xfrm>
            <a:off x="6209317" y="3650086"/>
            <a:ext cx="444095" cy="240822"/>
            <a:chOff x="6292118" y="2725766"/>
            <a:chExt cx="444095" cy="240822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E9AF31E-F736-9A7E-526F-7A9F3E09D55C}"/>
                </a:ext>
              </a:extLst>
            </p:cNvPr>
            <p:cNvSpPr txBox="1"/>
            <p:nvPr/>
          </p:nvSpPr>
          <p:spPr>
            <a:xfrm>
              <a:off x="6292118" y="2735756"/>
              <a:ext cx="30008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b="1" dirty="0">
                  <a:solidFill>
                    <a:srgbClr val="AE7F55"/>
                  </a:solidFill>
                  <a:cs typeface="Arial" panose="020B0604020202020204" pitchFamily="34" charset="0"/>
                </a:rPr>
                <a:t>￥</a:t>
              </a:r>
              <a:endParaRPr lang="en-US" sz="900" b="1" dirty="0">
                <a:solidFill>
                  <a:srgbClr val="AE7F55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B1B821A-4DAF-380D-EA52-8EF24E50BDF1}"/>
                </a:ext>
              </a:extLst>
            </p:cNvPr>
            <p:cNvSpPr txBox="1"/>
            <p:nvPr/>
          </p:nvSpPr>
          <p:spPr>
            <a:xfrm>
              <a:off x="6429719" y="2725766"/>
              <a:ext cx="30649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b="1" dirty="0">
                  <a:solidFill>
                    <a:srgbClr val="AE7F55"/>
                  </a:solidFill>
                  <a:cs typeface="Arial" panose="020B0604020202020204" pitchFamily="34" charset="0"/>
                </a:rPr>
                <a:t>14</a:t>
              </a:r>
              <a:endParaRPr lang="en-US" sz="900" b="1" dirty="0">
                <a:solidFill>
                  <a:srgbClr val="AE7F55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78" name="Oval 77">
            <a:extLst>
              <a:ext uri="{FF2B5EF4-FFF2-40B4-BE49-F238E27FC236}">
                <a16:creationId xmlns:a16="http://schemas.microsoft.com/office/drawing/2014/main" id="{F256F0C8-51A0-97B6-8D64-6141C803007B}"/>
              </a:ext>
            </a:extLst>
          </p:cNvPr>
          <p:cNvSpPr/>
          <p:nvPr/>
        </p:nvSpPr>
        <p:spPr>
          <a:xfrm>
            <a:off x="7559853" y="3698786"/>
            <a:ext cx="129300" cy="129300"/>
          </a:xfrm>
          <a:prstGeom prst="ellipse">
            <a:avLst/>
          </a:prstGeom>
          <a:solidFill>
            <a:srgbClr val="AE7F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21D8556-90C0-E8E6-3EF7-FFA1137CD9F3}"/>
              </a:ext>
            </a:extLst>
          </p:cNvPr>
          <p:cNvSpPr txBox="1"/>
          <p:nvPr/>
        </p:nvSpPr>
        <p:spPr>
          <a:xfrm>
            <a:off x="6203804" y="4083969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Aptos Narrow" panose="020B0004020202020204" pitchFamily="34" charset="0"/>
                <a:cs typeface="Arial" panose="020B0604020202020204" pitchFamily="34" charset="0"/>
              </a:rPr>
              <a:t>焦糖布丁奶茶</a:t>
            </a:r>
            <a:endParaRPr lang="en-US" sz="9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7C43DF21-E3FA-E481-57D4-0820FD9CBC95}"/>
              </a:ext>
            </a:extLst>
          </p:cNvPr>
          <p:cNvGrpSpPr/>
          <p:nvPr/>
        </p:nvGrpSpPr>
        <p:grpSpPr>
          <a:xfrm>
            <a:off x="6198291" y="4574252"/>
            <a:ext cx="444095" cy="240822"/>
            <a:chOff x="6292118" y="2725766"/>
            <a:chExt cx="444095" cy="240822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3D0CB96-9651-68B9-6388-DD0DA988CF95}"/>
                </a:ext>
              </a:extLst>
            </p:cNvPr>
            <p:cNvSpPr txBox="1"/>
            <p:nvPr/>
          </p:nvSpPr>
          <p:spPr>
            <a:xfrm>
              <a:off x="6292118" y="2735756"/>
              <a:ext cx="30008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b="1" dirty="0">
                  <a:solidFill>
                    <a:srgbClr val="AE7F55"/>
                  </a:solidFill>
                  <a:cs typeface="Arial" panose="020B0604020202020204" pitchFamily="34" charset="0"/>
                </a:rPr>
                <a:t>￥</a:t>
              </a:r>
              <a:endParaRPr lang="en-US" sz="900" b="1" dirty="0">
                <a:solidFill>
                  <a:srgbClr val="AE7F55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695E8DC7-EDC3-994B-B668-3152B4B2958A}"/>
                </a:ext>
              </a:extLst>
            </p:cNvPr>
            <p:cNvSpPr txBox="1"/>
            <p:nvPr/>
          </p:nvSpPr>
          <p:spPr>
            <a:xfrm>
              <a:off x="6429719" y="2725766"/>
              <a:ext cx="30649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b="1" dirty="0">
                  <a:solidFill>
                    <a:srgbClr val="AE7F55"/>
                  </a:solidFill>
                  <a:cs typeface="Arial" panose="020B0604020202020204" pitchFamily="34" charset="0"/>
                </a:rPr>
                <a:t>13</a:t>
              </a:r>
              <a:endParaRPr lang="en-US" sz="900" b="1" dirty="0">
                <a:solidFill>
                  <a:srgbClr val="AE7F55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83" name="Oval 82">
            <a:extLst>
              <a:ext uri="{FF2B5EF4-FFF2-40B4-BE49-F238E27FC236}">
                <a16:creationId xmlns:a16="http://schemas.microsoft.com/office/drawing/2014/main" id="{8639D09A-3744-554C-68E7-9CCEA9F0C215}"/>
              </a:ext>
            </a:extLst>
          </p:cNvPr>
          <p:cNvSpPr/>
          <p:nvPr/>
        </p:nvSpPr>
        <p:spPr>
          <a:xfrm>
            <a:off x="7548827" y="4622952"/>
            <a:ext cx="129300" cy="129300"/>
          </a:xfrm>
          <a:prstGeom prst="ellipse">
            <a:avLst/>
          </a:prstGeom>
          <a:solidFill>
            <a:srgbClr val="AE7F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6F999A1-CDD0-3994-9974-6901179BBC3C}"/>
              </a:ext>
            </a:extLst>
          </p:cNvPr>
          <p:cNvSpPr txBox="1"/>
          <p:nvPr/>
        </p:nvSpPr>
        <p:spPr>
          <a:xfrm>
            <a:off x="6214830" y="5008135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Aptos Narrow" panose="020B0004020202020204" pitchFamily="34" charset="0"/>
                <a:cs typeface="Arial" panose="020B0604020202020204" pitchFamily="34" charset="0"/>
              </a:rPr>
              <a:t>金凤乌龙奶茶</a:t>
            </a:r>
            <a:endParaRPr lang="en-US" sz="9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8FCB1E92-83DE-11D2-CB27-AD20583F131C}"/>
              </a:ext>
            </a:extLst>
          </p:cNvPr>
          <p:cNvGrpSpPr/>
          <p:nvPr/>
        </p:nvGrpSpPr>
        <p:grpSpPr>
          <a:xfrm>
            <a:off x="6209317" y="5498418"/>
            <a:ext cx="444095" cy="240822"/>
            <a:chOff x="6292118" y="2725766"/>
            <a:chExt cx="444095" cy="240822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771E800-7581-8AA5-7C40-D61D9519C4ED}"/>
                </a:ext>
              </a:extLst>
            </p:cNvPr>
            <p:cNvSpPr txBox="1"/>
            <p:nvPr/>
          </p:nvSpPr>
          <p:spPr>
            <a:xfrm>
              <a:off x="6292118" y="2735756"/>
              <a:ext cx="30008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b="1" dirty="0">
                  <a:solidFill>
                    <a:srgbClr val="AE7F55"/>
                  </a:solidFill>
                  <a:cs typeface="Arial" panose="020B0604020202020204" pitchFamily="34" charset="0"/>
                </a:rPr>
                <a:t>￥</a:t>
              </a:r>
              <a:endParaRPr lang="en-US" sz="900" b="1" dirty="0">
                <a:solidFill>
                  <a:srgbClr val="AE7F55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BCE719FA-84C4-A59D-0836-8AC4E6C8CA04}"/>
                </a:ext>
              </a:extLst>
            </p:cNvPr>
            <p:cNvSpPr txBox="1"/>
            <p:nvPr/>
          </p:nvSpPr>
          <p:spPr>
            <a:xfrm>
              <a:off x="6429719" y="2725766"/>
              <a:ext cx="30649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b="1" dirty="0">
                  <a:solidFill>
                    <a:srgbClr val="AE7F55"/>
                  </a:solidFill>
                  <a:cs typeface="Arial" panose="020B0604020202020204" pitchFamily="34" charset="0"/>
                </a:rPr>
                <a:t>12</a:t>
              </a:r>
              <a:endParaRPr lang="en-US" sz="900" b="1" dirty="0">
                <a:solidFill>
                  <a:srgbClr val="AE7F55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88" name="Oval 87">
            <a:extLst>
              <a:ext uri="{FF2B5EF4-FFF2-40B4-BE49-F238E27FC236}">
                <a16:creationId xmlns:a16="http://schemas.microsoft.com/office/drawing/2014/main" id="{60F2F05C-9B09-4C23-4707-1207CFA96F73}"/>
              </a:ext>
            </a:extLst>
          </p:cNvPr>
          <p:cNvSpPr/>
          <p:nvPr/>
        </p:nvSpPr>
        <p:spPr>
          <a:xfrm>
            <a:off x="7559853" y="5547118"/>
            <a:ext cx="129300" cy="129300"/>
          </a:xfrm>
          <a:prstGeom prst="ellipse">
            <a:avLst/>
          </a:prstGeom>
          <a:solidFill>
            <a:srgbClr val="AE7F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036DA9AB-431A-04F5-9302-9D5A5D2F620D}"/>
              </a:ext>
            </a:extLst>
          </p:cNvPr>
          <p:cNvCxnSpPr>
            <a:cxnSpLocks/>
          </p:cNvCxnSpPr>
          <p:nvPr/>
        </p:nvCxnSpPr>
        <p:spPr>
          <a:xfrm flipH="1">
            <a:off x="3381439" y="889685"/>
            <a:ext cx="1131661" cy="57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EB964303-310E-05BF-468D-5918926BB8A9}"/>
              </a:ext>
            </a:extLst>
          </p:cNvPr>
          <p:cNvSpPr txBox="1"/>
          <p:nvPr/>
        </p:nvSpPr>
        <p:spPr>
          <a:xfrm>
            <a:off x="1839715" y="673643"/>
            <a:ext cx="14350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selectOption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7E6E2FA1-5D87-7A40-9F16-08C51BB5FD66}"/>
              </a:ext>
            </a:extLst>
          </p:cNvPr>
          <p:cNvCxnSpPr/>
          <p:nvPr/>
        </p:nvCxnSpPr>
        <p:spPr>
          <a:xfrm>
            <a:off x="7605551" y="938307"/>
            <a:ext cx="7763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08D4E238-ABB0-BB3F-B047-5E62E4A90C19}"/>
              </a:ext>
            </a:extLst>
          </p:cNvPr>
          <p:cNvSpPr txBox="1"/>
          <p:nvPr/>
        </p:nvSpPr>
        <p:spPr>
          <a:xfrm>
            <a:off x="8407809" y="749914"/>
            <a:ext cx="14350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optionButton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10D87ECE-B0C4-FEE6-D0DA-69A0D1FC799E}"/>
              </a:ext>
            </a:extLst>
          </p:cNvPr>
          <p:cNvCxnSpPr/>
          <p:nvPr/>
        </p:nvCxnSpPr>
        <p:spPr>
          <a:xfrm>
            <a:off x="7740711" y="1201907"/>
            <a:ext cx="7763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C87A2C16-FD1C-B920-F7DC-113422A3961D}"/>
              </a:ext>
            </a:extLst>
          </p:cNvPr>
          <p:cNvSpPr txBox="1"/>
          <p:nvPr/>
        </p:nvSpPr>
        <p:spPr>
          <a:xfrm>
            <a:off x="8542969" y="1013514"/>
            <a:ext cx="1018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showMore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C28161EA-036A-DA19-9B2C-85221D761109}"/>
              </a:ext>
            </a:extLst>
          </p:cNvPr>
          <p:cNvCxnSpPr>
            <a:cxnSpLocks/>
          </p:cNvCxnSpPr>
          <p:nvPr/>
        </p:nvCxnSpPr>
        <p:spPr>
          <a:xfrm flipH="1">
            <a:off x="3353912" y="1627331"/>
            <a:ext cx="1131661" cy="57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9EF539C6-7856-19BA-020A-0EAE102FD535}"/>
              </a:ext>
            </a:extLst>
          </p:cNvPr>
          <p:cNvSpPr txBox="1"/>
          <p:nvPr/>
        </p:nvSpPr>
        <p:spPr>
          <a:xfrm>
            <a:off x="2312518" y="1411289"/>
            <a:ext cx="1018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navigate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92081AF-071E-D941-5CC2-2531E7107D1C}"/>
              </a:ext>
            </a:extLst>
          </p:cNvPr>
          <p:cNvCxnSpPr>
            <a:cxnSpLocks/>
          </p:cNvCxnSpPr>
          <p:nvPr/>
        </p:nvCxnSpPr>
        <p:spPr>
          <a:xfrm flipH="1">
            <a:off x="3330745" y="3539488"/>
            <a:ext cx="1131661" cy="57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52B901C8-F250-3920-795D-34F2FE26DC7A}"/>
              </a:ext>
            </a:extLst>
          </p:cNvPr>
          <p:cNvSpPr txBox="1"/>
          <p:nvPr/>
        </p:nvSpPr>
        <p:spPr>
          <a:xfrm>
            <a:off x="1883909" y="3323446"/>
            <a:ext cx="14350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menuNavigate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35C1CB40-AA4D-3878-3CE8-752DEBE59A6A}"/>
              </a:ext>
            </a:extLst>
          </p:cNvPr>
          <p:cNvCxnSpPr>
            <a:cxnSpLocks/>
          </p:cNvCxnSpPr>
          <p:nvPr/>
        </p:nvCxnSpPr>
        <p:spPr>
          <a:xfrm flipH="1" flipV="1">
            <a:off x="3784190" y="2646823"/>
            <a:ext cx="1537431" cy="37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6F368860-DD25-65D3-A855-F1C3EA2DB01F}"/>
              </a:ext>
            </a:extLst>
          </p:cNvPr>
          <p:cNvSpPr txBox="1"/>
          <p:nvPr/>
        </p:nvSpPr>
        <p:spPr>
          <a:xfrm>
            <a:off x="2765553" y="2451148"/>
            <a:ext cx="1018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pho1.png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22BC9B50-D950-6A6B-1E7B-32C985904F26}"/>
              </a:ext>
            </a:extLst>
          </p:cNvPr>
          <p:cNvCxnSpPr>
            <a:cxnSpLocks/>
          </p:cNvCxnSpPr>
          <p:nvPr/>
        </p:nvCxnSpPr>
        <p:spPr>
          <a:xfrm flipV="1">
            <a:off x="7100515" y="2347907"/>
            <a:ext cx="1137711" cy="6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3D101C7A-F4DF-D847-0E23-89D3D69B5260}"/>
              </a:ext>
            </a:extLst>
          </p:cNvPr>
          <p:cNvSpPr txBox="1"/>
          <p:nvPr/>
        </p:nvSpPr>
        <p:spPr>
          <a:xfrm>
            <a:off x="8334093" y="2165846"/>
            <a:ext cx="1018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itemName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F5701CCE-BAB1-1523-B9BC-7909A9FE8EE6}"/>
              </a:ext>
            </a:extLst>
          </p:cNvPr>
          <p:cNvCxnSpPr/>
          <p:nvPr/>
        </p:nvCxnSpPr>
        <p:spPr>
          <a:xfrm>
            <a:off x="7691617" y="2843764"/>
            <a:ext cx="7763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348A2C56-AA50-C33A-222E-F1119E364DB8}"/>
              </a:ext>
            </a:extLst>
          </p:cNvPr>
          <p:cNvSpPr txBox="1"/>
          <p:nvPr/>
        </p:nvSpPr>
        <p:spPr>
          <a:xfrm>
            <a:off x="8493875" y="2655371"/>
            <a:ext cx="345919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addToCartButton</a:t>
            </a:r>
            <a:r>
              <a:rPr lang="en-US" altLang="zh-CN" sz="1400" b="1" dirty="0">
                <a:latin typeface="FangSong" panose="02010609060101010101" pitchFamily="49" charset="-122"/>
                <a:ea typeface="FangSong" panose="02010609060101010101" pitchFamily="49" charset="-122"/>
              </a:rPr>
              <a:t> {radius:50%; </a:t>
            </a:r>
            <a:r>
              <a:rPr lang="en-US" altLang="zh-CN" sz="14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background-color:rbg</a:t>
            </a:r>
            <a:r>
              <a:rPr lang="en-US" altLang="zh-CN" sz="1400" b="1" dirty="0">
                <a:latin typeface="FangSong" panose="02010609060101010101" pitchFamily="49" charset="-122"/>
                <a:ea typeface="FangSong" panose="02010609060101010101" pitchFamily="49" charset="-122"/>
              </a:rPr>
              <a:t>(174,127,85)}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8CE784E6-80A5-B326-8A01-12BD5334D612}"/>
              </a:ext>
            </a:extLst>
          </p:cNvPr>
          <p:cNvCxnSpPr>
            <a:cxnSpLocks/>
            <a:stCxn id="69" idx="3"/>
          </p:cNvCxnSpPr>
          <p:nvPr/>
        </p:nvCxnSpPr>
        <p:spPr>
          <a:xfrm>
            <a:off x="6647899" y="2859837"/>
            <a:ext cx="2117329" cy="6870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4AA01C38-246C-7D8D-A5D0-51DC11651592}"/>
              </a:ext>
            </a:extLst>
          </p:cNvPr>
          <p:cNvSpPr txBox="1"/>
          <p:nvPr/>
        </p:nvSpPr>
        <p:spPr>
          <a:xfrm>
            <a:off x="8791109" y="3358447"/>
            <a:ext cx="705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price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F5707266-2AFF-974F-B5C2-B8A215A5DD31}"/>
              </a:ext>
            </a:extLst>
          </p:cNvPr>
          <p:cNvCxnSpPr>
            <a:cxnSpLocks/>
          </p:cNvCxnSpPr>
          <p:nvPr/>
        </p:nvCxnSpPr>
        <p:spPr>
          <a:xfrm flipH="1" flipV="1">
            <a:off x="3085706" y="5938635"/>
            <a:ext cx="1537431" cy="37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14B5E9F8-A7C1-C443-AF2C-7D22E0A93870}"/>
              </a:ext>
            </a:extLst>
          </p:cNvPr>
          <p:cNvSpPr txBox="1"/>
          <p:nvPr/>
        </p:nvSpPr>
        <p:spPr>
          <a:xfrm>
            <a:off x="2092299" y="5726910"/>
            <a:ext cx="1018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cart.png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B0907B60-8999-603F-5060-DAA584A8653C}"/>
              </a:ext>
            </a:extLst>
          </p:cNvPr>
          <p:cNvCxnSpPr/>
          <p:nvPr/>
        </p:nvCxnSpPr>
        <p:spPr>
          <a:xfrm>
            <a:off x="7665736" y="5971007"/>
            <a:ext cx="7763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15373A12-D9C5-C277-C7CB-1B69830218F1}"/>
              </a:ext>
            </a:extLst>
          </p:cNvPr>
          <p:cNvSpPr txBox="1"/>
          <p:nvPr/>
        </p:nvSpPr>
        <p:spPr>
          <a:xfrm>
            <a:off x="8467994" y="5782614"/>
            <a:ext cx="363486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submitButton</a:t>
            </a:r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 {radius:50%; </a:t>
            </a:r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background-color:rbg</a:t>
            </a:r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(174,127,85)}</a:t>
            </a:r>
            <a:endParaRPr lang="en-US" sz="16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EB335138-9315-ACE2-4D6F-C0A73A797F04}"/>
              </a:ext>
            </a:extLst>
          </p:cNvPr>
          <p:cNvCxnSpPr>
            <a:cxnSpLocks/>
          </p:cNvCxnSpPr>
          <p:nvPr/>
        </p:nvCxnSpPr>
        <p:spPr>
          <a:xfrm flipH="1" flipV="1">
            <a:off x="3677298" y="4621802"/>
            <a:ext cx="1571461" cy="1247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E6D65ED8-2C7D-2A99-B78F-B6116CD08147}"/>
              </a:ext>
            </a:extLst>
          </p:cNvPr>
          <p:cNvSpPr txBox="1"/>
          <p:nvPr/>
        </p:nvSpPr>
        <p:spPr>
          <a:xfrm>
            <a:off x="2437492" y="4400014"/>
            <a:ext cx="1172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totalAmount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F5C8DCCD-58F2-1783-28D7-33CFD5D754AB}"/>
              </a:ext>
            </a:extLst>
          </p:cNvPr>
          <p:cNvCxnSpPr>
            <a:cxnSpLocks/>
          </p:cNvCxnSpPr>
          <p:nvPr/>
        </p:nvCxnSpPr>
        <p:spPr>
          <a:xfrm flipV="1">
            <a:off x="7548827" y="1646783"/>
            <a:ext cx="1137711" cy="6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BB72116F-F7D0-7F10-C82B-AA2319CACAAC}"/>
              </a:ext>
            </a:extLst>
          </p:cNvPr>
          <p:cNvSpPr txBox="1"/>
          <p:nvPr/>
        </p:nvSpPr>
        <p:spPr>
          <a:xfrm>
            <a:off x="8782405" y="1464722"/>
            <a:ext cx="1122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searchBar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8BA8A127-49D3-41E4-E99F-9B18A79E5613}"/>
              </a:ext>
            </a:extLst>
          </p:cNvPr>
          <p:cNvCxnSpPr>
            <a:cxnSpLocks/>
          </p:cNvCxnSpPr>
          <p:nvPr/>
        </p:nvCxnSpPr>
        <p:spPr>
          <a:xfrm flipH="1">
            <a:off x="3381439" y="2061940"/>
            <a:ext cx="1791693" cy="8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5CDD163D-F324-66F7-E173-38497698401E}"/>
              </a:ext>
            </a:extLst>
          </p:cNvPr>
          <p:cNvSpPr txBox="1"/>
          <p:nvPr/>
        </p:nvSpPr>
        <p:spPr>
          <a:xfrm>
            <a:off x="2284083" y="1845898"/>
            <a:ext cx="1122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menuTitle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30" name="Rectangle: Rounded Corners 19">
            <a:extLst>
              <a:ext uri="{FF2B5EF4-FFF2-40B4-BE49-F238E27FC236}">
                <a16:creationId xmlns:a16="http://schemas.microsoft.com/office/drawing/2014/main" id="{9A4BBF94-36B5-CC6F-D418-E4052BDB2376}"/>
              </a:ext>
            </a:extLst>
          </p:cNvPr>
          <p:cNvSpPr/>
          <p:nvPr/>
        </p:nvSpPr>
        <p:spPr>
          <a:xfrm>
            <a:off x="4368169" y="6189066"/>
            <a:ext cx="3455661" cy="417641"/>
          </a:xfrm>
          <a:custGeom>
            <a:avLst/>
            <a:gdLst>
              <a:gd name="connsiteX0" fmla="*/ 0 w 3459193"/>
              <a:gd name="connsiteY0" fmla="*/ 76268 h 416694"/>
              <a:gd name="connsiteX1" fmla="*/ 76268 w 3459193"/>
              <a:gd name="connsiteY1" fmla="*/ 0 h 416694"/>
              <a:gd name="connsiteX2" fmla="*/ 3382925 w 3459193"/>
              <a:gd name="connsiteY2" fmla="*/ 0 h 416694"/>
              <a:gd name="connsiteX3" fmla="*/ 3459193 w 3459193"/>
              <a:gd name="connsiteY3" fmla="*/ 76268 h 416694"/>
              <a:gd name="connsiteX4" fmla="*/ 3459193 w 3459193"/>
              <a:gd name="connsiteY4" fmla="*/ 340426 h 416694"/>
              <a:gd name="connsiteX5" fmla="*/ 3382925 w 3459193"/>
              <a:gd name="connsiteY5" fmla="*/ 416694 h 416694"/>
              <a:gd name="connsiteX6" fmla="*/ 76268 w 3459193"/>
              <a:gd name="connsiteY6" fmla="*/ 416694 h 416694"/>
              <a:gd name="connsiteX7" fmla="*/ 0 w 3459193"/>
              <a:gd name="connsiteY7" fmla="*/ 340426 h 416694"/>
              <a:gd name="connsiteX8" fmla="*/ 0 w 3459193"/>
              <a:gd name="connsiteY8" fmla="*/ 76268 h 416694"/>
              <a:gd name="connsiteX0" fmla="*/ 98 w 3459291"/>
              <a:gd name="connsiteY0" fmla="*/ 76268 h 416694"/>
              <a:gd name="connsiteX1" fmla="*/ 38266 w 3459291"/>
              <a:gd name="connsiteY1" fmla="*/ 0 h 416694"/>
              <a:gd name="connsiteX2" fmla="*/ 3383023 w 3459291"/>
              <a:gd name="connsiteY2" fmla="*/ 0 h 416694"/>
              <a:gd name="connsiteX3" fmla="*/ 3459291 w 3459291"/>
              <a:gd name="connsiteY3" fmla="*/ 76268 h 416694"/>
              <a:gd name="connsiteX4" fmla="*/ 3459291 w 3459291"/>
              <a:gd name="connsiteY4" fmla="*/ 340426 h 416694"/>
              <a:gd name="connsiteX5" fmla="*/ 3383023 w 3459291"/>
              <a:gd name="connsiteY5" fmla="*/ 416694 h 416694"/>
              <a:gd name="connsiteX6" fmla="*/ 76366 w 3459291"/>
              <a:gd name="connsiteY6" fmla="*/ 416694 h 416694"/>
              <a:gd name="connsiteX7" fmla="*/ 98 w 3459291"/>
              <a:gd name="connsiteY7" fmla="*/ 340426 h 416694"/>
              <a:gd name="connsiteX8" fmla="*/ 98 w 3459291"/>
              <a:gd name="connsiteY8" fmla="*/ 76268 h 416694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382925 w 3459193"/>
              <a:gd name="connsiteY2" fmla="*/ 2272 h 418966"/>
              <a:gd name="connsiteX3" fmla="*/ 3459193 w 3459193"/>
              <a:gd name="connsiteY3" fmla="*/ 785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470"/>
              <a:gd name="connsiteY0" fmla="*/ 30280 h 418966"/>
              <a:gd name="connsiteX1" fmla="*/ 38168 w 3459470"/>
              <a:gd name="connsiteY1" fmla="*/ 2272 h 418966"/>
              <a:gd name="connsiteX2" fmla="*/ 3422930 w 3459470"/>
              <a:gd name="connsiteY2" fmla="*/ 367 h 418966"/>
              <a:gd name="connsiteX3" fmla="*/ 3459193 w 3459470"/>
              <a:gd name="connsiteY3" fmla="*/ 78540 h 418966"/>
              <a:gd name="connsiteX4" fmla="*/ 3459193 w 3459470"/>
              <a:gd name="connsiteY4" fmla="*/ 342698 h 418966"/>
              <a:gd name="connsiteX5" fmla="*/ 3382925 w 3459470"/>
              <a:gd name="connsiteY5" fmla="*/ 418966 h 418966"/>
              <a:gd name="connsiteX6" fmla="*/ 76268 w 3459470"/>
              <a:gd name="connsiteY6" fmla="*/ 418966 h 418966"/>
              <a:gd name="connsiteX7" fmla="*/ 0 w 3459470"/>
              <a:gd name="connsiteY7" fmla="*/ 342698 h 418966"/>
              <a:gd name="connsiteX8" fmla="*/ 2540 w 3459470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01010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301010 w 3461098"/>
              <a:gd name="connsiteY5" fmla="*/ 418966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25529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20778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9194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342698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163946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162040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0363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9252"/>
              <a:gd name="connsiteX1" fmla="*/ 36262 w 3457565"/>
              <a:gd name="connsiteY1" fmla="*/ 2272 h 419252"/>
              <a:gd name="connsiteX2" fmla="*/ 3421024 w 3457565"/>
              <a:gd name="connsiteY2" fmla="*/ 367 h 419252"/>
              <a:gd name="connsiteX3" fmla="*/ 3457288 w 3457565"/>
              <a:gd name="connsiteY3" fmla="*/ 40440 h 419252"/>
              <a:gd name="connsiteX4" fmla="*/ 3457286 w 3457565"/>
              <a:gd name="connsiteY4" fmla="*/ 196013 h 419252"/>
              <a:gd name="connsiteX5" fmla="*/ 3192424 w 3457565"/>
              <a:gd name="connsiteY5" fmla="*/ 417061 h 419252"/>
              <a:gd name="connsiteX6" fmla="*/ 242094 w 3457565"/>
              <a:gd name="connsiteY6" fmla="*/ 418966 h 419252"/>
              <a:gd name="connsiteX7" fmla="*/ 0 w 3457565"/>
              <a:gd name="connsiteY7" fmla="*/ 192202 h 419252"/>
              <a:gd name="connsiteX8" fmla="*/ 634 w 3457565"/>
              <a:gd name="connsiteY8" fmla="*/ 30280 h 419252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374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3740 h 417643"/>
              <a:gd name="connsiteX0" fmla="*/ 634 w 3457565"/>
              <a:gd name="connsiteY0" fmla="*/ 3755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7550 h 417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57565" h="417643">
                <a:moveTo>
                  <a:pt x="634" y="37550"/>
                </a:moveTo>
                <a:cubicBezTo>
                  <a:pt x="634" y="-4572"/>
                  <a:pt x="-5860" y="1922"/>
                  <a:pt x="36262" y="1922"/>
                </a:cubicBezTo>
                <a:lnTo>
                  <a:pt x="3421024" y="17"/>
                </a:lnTo>
                <a:cubicBezTo>
                  <a:pt x="3463146" y="17"/>
                  <a:pt x="3457288" y="-2032"/>
                  <a:pt x="3457288" y="40090"/>
                </a:cubicBezTo>
                <a:cubicBezTo>
                  <a:pt x="3457923" y="91948"/>
                  <a:pt x="3456651" y="143805"/>
                  <a:pt x="3457286" y="195663"/>
                </a:cubicBezTo>
                <a:cubicBezTo>
                  <a:pt x="3438236" y="363515"/>
                  <a:pt x="3278361" y="426236"/>
                  <a:pt x="3192424" y="416711"/>
                </a:cubicBezTo>
                <a:lnTo>
                  <a:pt x="264967" y="416711"/>
                </a:lnTo>
                <a:cubicBezTo>
                  <a:pt x="163757" y="426236"/>
                  <a:pt x="9530" y="344465"/>
                  <a:pt x="0" y="191852"/>
                </a:cubicBezTo>
                <a:cubicBezTo>
                  <a:pt x="847" y="87713"/>
                  <a:pt x="-213" y="141689"/>
                  <a:pt x="634" y="3755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43737B3-9AF4-2FD1-0499-3C88995C3BC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77075" y="6284058"/>
            <a:ext cx="228600" cy="2286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27FA3D1-0133-7F05-C37D-F4540A396B8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1749" y="6282052"/>
            <a:ext cx="228600" cy="2286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1F00950-81BE-F594-D1B9-9AA7E0658DA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31486" y="6276838"/>
            <a:ext cx="228600" cy="2286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D00B475-1ADD-9813-7573-2F5F4861C63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05781" y="6282052"/>
            <a:ext cx="228600" cy="2286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89535F4-5212-9B86-0595-1C2A031CF9DF}"/>
              </a:ext>
            </a:extLst>
          </p:cNvPr>
          <p:cNvSpPr txBox="1"/>
          <p:nvPr/>
        </p:nvSpPr>
        <p:spPr>
          <a:xfrm>
            <a:off x="2469601" y="3605368"/>
            <a:ext cx="1018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pho2.png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1B8A636-59B2-D8E8-3D43-1834FDE28755}"/>
              </a:ext>
            </a:extLst>
          </p:cNvPr>
          <p:cNvCxnSpPr>
            <a:cxnSpLocks/>
          </p:cNvCxnSpPr>
          <p:nvPr/>
        </p:nvCxnSpPr>
        <p:spPr>
          <a:xfrm flipH="1">
            <a:off x="3478869" y="3793757"/>
            <a:ext cx="1903998" cy="92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C0E4517-DDD5-F4B4-0DBA-323D916CFD91}"/>
              </a:ext>
            </a:extLst>
          </p:cNvPr>
          <p:cNvCxnSpPr>
            <a:cxnSpLocks/>
          </p:cNvCxnSpPr>
          <p:nvPr/>
        </p:nvCxnSpPr>
        <p:spPr>
          <a:xfrm>
            <a:off x="6283597" y="4425803"/>
            <a:ext cx="22593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D2F592A-22B7-D85E-B35A-9A1D5E619160}"/>
              </a:ext>
            </a:extLst>
          </p:cNvPr>
          <p:cNvSpPr txBox="1"/>
          <p:nvPr/>
        </p:nvSpPr>
        <p:spPr>
          <a:xfrm>
            <a:off x="8616199" y="4223304"/>
            <a:ext cx="1018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pho3.png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2F2DABC-C196-B0EA-9E25-1C266880490E}"/>
              </a:ext>
            </a:extLst>
          </p:cNvPr>
          <p:cNvSpPr txBox="1"/>
          <p:nvPr/>
        </p:nvSpPr>
        <p:spPr>
          <a:xfrm>
            <a:off x="8770209" y="5125993"/>
            <a:ext cx="1018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pho4.png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7B06865-E3F6-1D7B-D008-5CD94E0DD70E}"/>
              </a:ext>
            </a:extLst>
          </p:cNvPr>
          <p:cNvCxnSpPr>
            <a:cxnSpLocks/>
          </p:cNvCxnSpPr>
          <p:nvPr/>
        </p:nvCxnSpPr>
        <p:spPr>
          <a:xfrm>
            <a:off x="6231017" y="5365807"/>
            <a:ext cx="25342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4581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BB3ECD-81F3-E8D4-2930-40EB54C3155E}"/>
              </a:ext>
            </a:extLst>
          </p:cNvPr>
          <p:cNvSpPr/>
          <p:nvPr/>
        </p:nvSpPr>
        <p:spPr>
          <a:xfrm>
            <a:off x="4366403" y="1177572"/>
            <a:ext cx="3455598" cy="47283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AC3DE0-E01D-62C4-18D2-57BAAD940F99}"/>
              </a:ext>
            </a:extLst>
          </p:cNvPr>
          <p:cNvSpPr/>
          <p:nvPr/>
        </p:nvSpPr>
        <p:spPr>
          <a:xfrm>
            <a:off x="4366403" y="662185"/>
            <a:ext cx="3455598" cy="719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19">
            <a:extLst>
              <a:ext uri="{FF2B5EF4-FFF2-40B4-BE49-F238E27FC236}">
                <a16:creationId xmlns:a16="http://schemas.microsoft.com/office/drawing/2014/main" id="{8E8D34DC-EDAD-5C32-9441-B33659A31D4C}"/>
              </a:ext>
            </a:extLst>
          </p:cNvPr>
          <p:cNvSpPr/>
          <p:nvPr/>
        </p:nvSpPr>
        <p:spPr>
          <a:xfrm rot="10800000">
            <a:off x="4366403" y="254479"/>
            <a:ext cx="3455661" cy="417641"/>
          </a:xfrm>
          <a:custGeom>
            <a:avLst/>
            <a:gdLst>
              <a:gd name="connsiteX0" fmla="*/ 0 w 3459193"/>
              <a:gd name="connsiteY0" fmla="*/ 76268 h 416694"/>
              <a:gd name="connsiteX1" fmla="*/ 76268 w 3459193"/>
              <a:gd name="connsiteY1" fmla="*/ 0 h 416694"/>
              <a:gd name="connsiteX2" fmla="*/ 3382925 w 3459193"/>
              <a:gd name="connsiteY2" fmla="*/ 0 h 416694"/>
              <a:gd name="connsiteX3" fmla="*/ 3459193 w 3459193"/>
              <a:gd name="connsiteY3" fmla="*/ 76268 h 416694"/>
              <a:gd name="connsiteX4" fmla="*/ 3459193 w 3459193"/>
              <a:gd name="connsiteY4" fmla="*/ 340426 h 416694"/>
              <a:gd name="connsiteX5" fmla="*/ 3382925 w 3459193"/>
              <a:gd name="connsiteY5" fmla="*/ 416694 h 416694"/>
              <a:gd name="connsiteX6" fmla="*/ 76268 w 3459193"/>
              <a:gd name="connsiteY6" fmla="*/ 416694 h 416694"/>
              <a:gd name="connsiteX7" fmla="*/ 0 w 3459193"/>
              <a:gd name="connsiteY7" fmla="*/ 340426 h 416694"/>
              <a:gd name="connsiteX8" fmla="*/ 0 w 3459193"/>
              <a:gd name="connsiteY8" fmla="*/ 76268 h 416694"/>
              <a:gd name="connsiteX0" fmla="*/ 98 w 3459291"/>
              <a:gd name="connsiteY0" fmla="*/ 76268 h 416694"/>
              <a:gd name="connsiteX1" fmla="*/ 38266 w 3459291"/>
              <a:gd name="connsiteY1" fmla="*/ 0 h 416694"/>
              <a:gd name="connsiteX2" fmla="*/ 3383023 w 3459291"/>
              <a:gd name="connsiteY2" fmla="*/ 0 h 416694"/>
              <a:gd name="connsiteX3" fmla="*/ 3459291 w 3459291"/>
              <a:gd name="connsiteY3" fmla="*/ 76268 h 416694"/>
              <a:gd name="connsiteX4" fmla="*/ 3459291 w 3459291"/>
              <a:gd name="connsiteY4" fmla="*/ 340426 h 416694"/>
              <a:gd name="connsiteX5" fmla="*/ 3383023 w 3459291"/>
              <a:gd name="connsiteY5" fmla="*/ 416694 h 416694"/>
              <a:gd name="connsiteX6" fmla="*/ 76366 w 3459291"/>
              <a:gd name="connsiteY6" fmla="*/ 416694 h 416694"/>
              <a:gd name="connsiteX7" fmla="*/ 98 w 3459291"/>
              <a:gd name="connsiteY7" fmla="*/ 340426 h 416694"/>
              <a:gd name="connsiteX8" fmla="*/ 98 w 3459291"/>
              <a:gd name="connsiteY8" fmla="*/ 76268 h 416694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382925 w 3459193"/>
              <a:gd name="connsiteY2" fmla="*/ 2272 h 418966"/>
              <a:gd name="connsiteX3" fmla="*/ 3459193 w 3459193"/>
              <a:gd name="connsiteY3" fmla="*/ 785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470"/>
              <a:gd name="connsiteY0" fmla="*/ 30280 h 418966"/>
              <a:gd name="connsiteX1" fmla="*/ 38168 w 3459470"/>
              <a:gd name="connsiteY1" fmla="*/ 2272 h 418966"/>
              <a:gd name="connsiteX2" fmla="*/ 3422930 w 3459470"/>
              <a:gd name="connsiteY2" fmla="*/ 367 h 418966"/>
              <a:gd name="connsiteX3" fmla="*/ 3459193 w 3459470"/>
              <a:gd name="connsiteY3" fmla="*/ 78540 h 418966"/>
              <a:gd name="connsiteX4" fmla="*/ 3459193 w 3459470"/>
              <a:gd name="connsiteY4" fmla="*/ 342698 h 418966"/>
              <a:gd name="connsiteX5" fmla="*/ 3382925 w 3459470"/>
              <a:gd name="connsiteY5" fmla="*/ 418966 h 418966"/>
              <a:gd name="connsiteX6" fmla="*/ 76268 w 3459470"/>
              <a:gd name="connsiteY6" fmla="*/ 418966 h 418966"/>
              <a:gd name="connsiteX7" fmla="*/ 0 w 3459470"/>
              <a:gd name="connsiteY7" fmla="*/ 342698 h 418966"/>
              <a:gd name="connsiteX8" fmla="*/ 2540 w 3459470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01010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301010 w 3461098"/>
              <a:gd name="connsiteY5" fmla="*/ 418966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25529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20778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9194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342698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163946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162040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0363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9252"/>
              <a:gd name="connsiteX1" fmla="*/ 36262 w 3457565"/>
              <a:gd name="connsiteY1" fmla="*/ 2272 h 419252"/>
              <a:gd name="connsiteX2" fmla="*/ 3421024 w 3457565"/>
              <a:gd name="connsiteY2" fmla="*/ 367 h 419252"/>
              <a:gd name="connsiteX3" fmla="*/ 3457288 w 3457565"/>
              <a:gd name="connsiteY3" fmla="*/ 40440 h 419252"/>
              <a:gd name="connsiteX4" fmla="*/ 3457286 w 3457565"/>
              <a:gd name="connsiteY4" fmla="*/ 196013 h 419252"/>
              <a:gd name="connsiteX5" fmla="*/ 3192424 w 3457565"/>
              <a:gd name="connsiteY5" fmla="*/ 417061 h 419252"/>
              <a:gd name="connsiteX6" fmla="*/ 242094 w 3457565"/>
              <a:gd name="connsiteY6" fmla="*/ 418966 h 419252"/>
              <a:gd name="connsiteX7" fmla="*/ 0 w 3457565"/>
              <a:gd name="connsiteY7" fmla="*/ 192202 h 419252"/>
              <a:gd name="connsiteX8" fmla="*/ 634 w 3457565"/>
              <a:gd name="connsiteY8" fmla="*/ 30280 h 419252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374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3740 h 417643"/>
              <a:gd name="connsiteX0" fmla="*/ 634 w 3457565"/>
              <a:gd name="connsiteY0" fmla="*/ 3755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7550 h 417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57565" h="417643">
                <a:moveTo>
                  <a:pt x="634" y="37550"/>
                </a:moveTo>
                <a:cubicBezTo>
                  <a:pt x="634" y="-4572"/>
                  <a:pt x="-5860" y="1922"/>
                  <a:pt x="36262" y="1922"/>
                </a:cubicBezTo>
                <a:lnTo>
                  <a:pt x="3421024" y="17"/>
                </a:lnTo>
                <a:cubicBezTo>
                  <a:pt x="3463146" y="17"/>
                  <a:pt x="3457288" y="-2032"/>
                  <a:pt x="3457288" y="40090"/>
                </a:cubicBezTo>
                <a:cubicBezTo>
                  <a:pt x="3457923" y="91948"/>
                  <a:pt x="3456651" y="143805"/>
                  <a:pt x="3457286" y="195663"/>
                </a:cubicBezTo>
                <a:cubicBezTo>
                  <a:pt x="3438236" y="363515"/>
                  <a:pt x="3278361" y="426236"/>
                  <a:pt x="3192424" y="416711"/>
                </a:cubicBezTo>
                <a:lnTo>
                  <a:pt x="264967" y="416711"/>
                </a:lnTo>
                <a:cubicBezTo>
                  <a:pt x="163757" y="426236"/>
                  <a:pt x="9530" y="344465"/>
                  <a:pt x="0" y="191852"/>
                </a:cubicBezTo>
                <a:cubicBezTo>
                  <a:pt x="847" y="87713"/>
                  <a:pt x="-213" y="141689"/>
                  <a:pt x="634" y="375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2EF960-E8C2-92B3-A431-A0334D0B3E02}"/>
              </a:ext>
            </a:extLst>
          </p:cNvPr>
          <p:cNvSpPr txBox="1"/>
          <p:nvPr/>
        </p:nvSpPr>
        <p:spPr>
          <a:xfrm>
            <a:off x="5644594" y="313407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自助点餐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76851BC-1264-90A6-CE79-E26AF88F4691}"/>
              </a:ext>
            </a:extLst>
          </p:cNvPr>
          <p:cNvSpPr/>
          <p:nvPr/>
        </p:nvSpPr>
        <p:spPr>
          <a:xfrm>
            <a:off x="7120108" y="342725"/>
            <a:ext cx="618621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3426DB0-B418-6038-A54B-B42E0B89A8D3}"/>
              </a:ext>
            </a:extLst>
          </p:cNvPr>
          <p:cNvCxnSpPr>
            <a:cxnSpLocks/>
          </p:cNvCxnSpPr>
          <p:nvPr/>
        </p:nvCxnSpPr>
        <p:spPr>
          <a:xfrm>
            <a:off x="7429355" y="383726"/>
            <a:ext cx="63" cy="16047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D87A5A57-7AF9-0773-A4C2-244E044CF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543" y="393486"/>
            <a:ext cx="131536" cy="131536"/>
          </a:xfrm>
          <a:prstGeom prst="rect">
            <a:avLst/>
          </a:prstGeom>
        </p:spPr>
      </p:pic>
      <p:pic>
        <p:nvPicPr>
          <p:cNvPr id="9" name="Picture 8" descr="A row of dots on a black background&#10;&#10;AI-generated content may be incorrect.">
            <a:extLst>
              <a:ext uri="{FF2B5EF4-FFF2-40B4-BE49-F238E27FC236}">
                <a16:creationId xmlns:a16="http://schemas.microsoft.com/office/drawing/2014/main" id="{B0A773EF-FEA0-B4E9-ADC7-BA777F548C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4317" y="390331"/>
            <a:ext cx="146304" cy="1463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3A74C2-DA1D-A498-F709-07F1143CF155}"/>
              </a:ext>
            </a:extLst>
          </p:cNvPr>
          <p:cNvSpPr txBox="1"/>
          <p:nvPr/>
        </p:nvSpPr>
        <p:spPr>
          <a:xfrm>
            <a:off x="4430954" y="783119"/>
            <a:ext cx="7521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latin typeface="Aptos Narrow" panose="020B0004020202020204" pitchFamily="34" charset="0"/>
                <a:cs typeface="Arial" panose="020B0604020202020204" pitchFamily="34" charset="0"/>
              </a:rPr>
              <a:t>奶茶馆 </a:t>
            </a:r>
            <a:r>
              <a:rPr lang="en-US" altLang="zh-CN" sz="1200" b="1" dirty="0">
                <a:latin typeface="Aptos Narrow" panose="020B0004020202020204" pitchFamily="34" charset="0"/>
                <a:cs typeface="Arial" panose="020B0604020202020204" pitchFamily="34" charset="0"/>
              </a:rPr>
              <a:t>&gt;</a:t>
            </a:r>
            <a:endParaRPr lang="en-US" sz="12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47E6832-F9FF-A58B-7802-2F79CBF06CF7}"/>
              </a:ext>
            </a:extLst>
          </p:cNvPr>
          <p:cNvSpPr/>
          <p:nvPr/>
        </p:nvSpPr>
        <p:spPr>
          <a:xfrm>
            <a:off x="6582966" y="767731"/>
            <a:ext cx="1100674" cy="307777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50" b="1" dirty="0">
                <a:solidFill>
                  <a:schemeClr val="tx1"/>
                </a:solidFill>
              </a:rPr>
              <a:t> 自取</a:t>
            </a:r>
            <a:endParaRPr lang="en-US" sz="1050" b="1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5508993-5E4E-48E4-C675-A2ACBC64CB58}"/>
              </a:ext>
            </a:extLst>
          </p:cNvPr>
          <p:cNvSpPr/>
          <p:nvPr/>
        </p:nvSpPr>
        <p:spPr>
          <a:xfrm>
            <a:off x="7134029" y="798175"/>
            <a:ext cx="523984" cy="246888"/>
          </a:xfrm>
          <a:prstGeom prst="roundRect">
            <a:avLst>
              <a:gd name="adj" fmla="val 50000"/>
            </a:avLst>
          </a:prstGeom>
          <a:solidFill>
            <a:srgbClr val="AE7F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b="1" dirty="0">
                <a:solidFill>
                  <a:schemeClr val="bg1"/>
                </a:solidFill>
              </a:rPr>
              <a:t>外卖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B2C6FC-2F60-FC1C-E8CC-3E1633FF6ECD}"/>
              </a:ext>
            </a:extLst>
          </p:cNvPr>
          <p:cNvSpPr txBox="1"/>
          <p:nvPr/>
        </p:nvSpPr>
        <p:spPr>
          <a:xfrm>
            <a:off x="4430954" y="1095828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b="1" dirty="0">
                <a:latin typeface="Aptos Narrow" panose="020B0004020202020204" pitchFamily="34" charset="0"/>
                <a:cs typeface="Arial" panose="020B0604020202020204" pitchFamily="34" charset="0"/>
              </a:rPr>
              <a:t>领劵</a:t>
            </a:r>
            <a:endParaRPr lang="en-US" sz="8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6408BD-ECD9-5B7D-2F92-F84162BFA256}"/>
              </a:ext>
            </a:extLst>
          </p:cNvPr>
          <p:cNvSpPr/>
          <p:nvPr/>
        </p:nvSpPr>
        <p:spPr>
          <a:xfrm>
            <a:off x="4882594" y="1147670"/>
            <a:ext cx="640080" cy="111760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rgbClr val="FF0000"/>
                </a:solidFill>
                <a:latin typeface="+mj-ea"/>
                <a:ea typeface="+mj-ea"/>
              </a:rPr>
              <a:t>满</a:t>
            </a:r>
            <a:r>
              <a:rPr lang="en-US" altLang="zh-CN" sz="800" dirty="0">
                <a:solidFill>
                  <a:srgbClr val="FF0000"/>
                </a:solidFill>
                <a:latin typeface="+mj-ea"/>
                <a:ea typeface="+mj-ea"/>
              </a:rPr>
              <a:t>99</a:t>
            </a:r>
            <a:r>
              <a:rPr lang="zh-CN" altLang="en-US" sz="800" dirty="0">
                <a:solidFill>
                  <a:srgbClr val="FF0000"/>
                </a:solidFill>
                <a:latin typeface="+mj-ea"/>
                <a:ea typeface="+mj-ea"/>
              </a:rPr>
              <a:t>减</a:t>
            </a:r>
            <a:r>
              <a:rPr lang="en-US" altLang="zh-CN" sz="800" dirty="0">
                <a:solidFill>
                  <a:srgbClr val="FF0000"/>
                </a:solidFill>
                <a:latin typeface="+mj-ea"/>
                <a:ea typeface="+mj-ea"/>
              </a:rPr>
              <a:t>25</a:t>
            </a:r>
            <a:endParaRPr lang="en-US" sz="8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8F5BE97-28BA-260F-07F7-40398B775F23}"/>
              </a:ext>
            </a:extLst>
          </p:cNvPr>
          <p:cNvSpPr/>
          <p:nvPr/>
        </p:nvSpPr>
        <p:spPr>
          <a:xfrm>
            <a:off x="5583634" y="1147670"/>
            <a:ext cx="731520" cy="111760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rgbClr val="FF0000"/>
                </a:solidFill>
                <a:latin typeface="+mj-ea"/>
                <a:ea typeface="+mj-ea"/>
              </a:rPr>
              <a:t>满</a:t>
            </a:r>
            <a:r>
              <a:rPr lang="en-US" altLang="zh-CN" sz="800" dirty="0">
                <a:solidFill>
                  <a:srgbClr val="FF0000"/>
                </a:solidFill>
                <a:latin typeface="+mj-ea"/>
                <a:ea typeface="+mj-ea"/>
              </a:rPr>
              <a:t>100</a:t>
            </a:r>
            <a:r>
              <a:rPr lang="zh-CN" altLang="en-US" sz="800" dirty="0">
                <a:solidFill>
                  <a:srgbClr val="FF0000"/>
                </a:solidFill>
                <a:latin typeface="+mj-ea"/>
                <a:ea typeface="+mj-ea"/>
              </a:rPr>
              <a:t>享</a:t>
            </a:r>
            <a:r>
              <a:rPr lang="en-US" altLang="zh-CN" sz="800" dirty="0">
                <a:solidFill>
                  <a:srgbClr val="FF0000"/>
                </a:solidFill>
                <a:latin typeface="+mj-ea"/>
                <a:ea typeface="+mj-ea"/>
              </a:rPr>
              <a:t>8</a:t>
            </a:r>
            <a:r>
              <a:rPr lang="zh-CN" altLang="en-US" sz="800" dirty="0">
                <a:solidFill>
                  <a:srgbClr val="FF0000"/>
                </a:solidFill>
                <a:latin typeface="+mj-ea"/>
                <a:ea typeface="+mj-ea"/>
              </a:rPr>
              <a:t>折</a:t>
            </a:r>
            <a:endParaRPr lang="en-US" sz="8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36E100-F521-168A-BAB4-A35162114579}"/>
              </a:ext>
            </a:extLst>
          </p:cNvPr>
          <p:cNvSpPr txBox="1"/>
          <p:nvPr/>
        </p:nvSpPr>
        <p:spPr>
          <a:xfrm>
            <a:off x="7200012" y="1095828"/>
            <a:ext cx="5647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b="1" dirty="0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去领劵 </a:t>
            </a:r>
            <a:r>
              <a:rPr lang="en-US" altLang="zh-CN" sz="800" b="1" dirty="0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&gt;</a:t>
            </a:r>
            <a:endParaRPr lang="en-US" sz="800" b="1" dirty="0">
              <a:solidFill>
                <a:schemeClr val="bg2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E47B8A-7028-F98F-0627-0410600B1DFD}"/>
              </a:ext>
            </a:extLst>
          </p:cNvPr>
          <p:cNvSpPr/>
          <p:nvPr/>
        </p:nvSpPr>
        <p:spPr>
          <a:xfrm>
            <a:off x="4366403" y="1483825"/>
            <a:ext cx="3455598" cy="3734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E7DDA2-EAC3-0CF9-8BC4-29FCAFBBBDAB}"/>
              </a:ext>
            </a:extLst>
          </p:cNvPr>
          <p:cNvSpPr txBox="1"/>
          <p:nvPr/>
        </p:nvSpPr>
        <p:spPr>
          <a:xfrm>
            <a:off x="4430954" y="1513379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b="1" dirty="0">
                <a:latin typeface="Aptos Narrow" panose="020B0004020202020204" pitchFamily="34" charset="0"/>
                <a:cs typeface="Arial" panose="020B0604020202020204" pitchFamily="34" charset="0"/>
              </a:rPr>
              <a:t>点餐</a:t>
            </a:r>
            <a:endParaRPr lang="en-US" sz="105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5EC236-439B-AC10-669A-2B590296A197}"/>
              </a:ext>
            </a:extLst>
          </p:cNvPr>
          <p:cNvSpPr txBox="1"/>
          <p:nvPr/>
        </p:nvSpPr>
        <p:spPr>
          <a:xfrm>
            <a:off x="4956098" y="1518459"/>
            <a:ext cx="4539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b="1" dirty="0">
                <a:latin typeface="Aptos Narrow" panose="020B0004020202020204" pitchFamily="34" charset="0"/>
                <a:cs typeface="Arial" panose="020B0604020202020204" pitchFamily="34" charset="0"/>
              </a:rPr>
              <a:t>评价</a:t>
            </a:r>
            <a:endParaRPr lang="en-US" sz="105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3E3E25-2A51-E640-E31A-F9A9BBF85A85}"/>
              </a:ext>
            </a:extLst>
          </p:cNvPr>
          <p:cNvSpPr txBox="1"/>
          <p:nvPr/>
        </p:nvSpPr>
        <p:spPr>
          <a:xfrm>
            <a:off x="5468418" y="1518459"/>
            <a:ext cx="4539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b="1" dirty="0">
                <a:latin typeface="Aptos Narrow" panose="020B0004020202020204" pitchFamily="34" charset="0"/>
                <a:cs typeface="Arial" panose="020B0604020202020204" pitchFamily="34" charset="0"/>
              </a:rPr>
              <a:t>商店</a:t>
            </a:r>
            <a:endParaRPr lang="en-US" sz="105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542BAD-5276-F277-D85A-BAB91E3EB640}"/>
              </a:ext>
            </a:extLst>
          </p:cNvPr>
          <p:cNvSpPr/>
          <p:nvPr/>
        </p:nvSpPr>
        <p:spPr>
          <a:xfrm>
            <a:off x="4366403" y="1972426"/>
            <a:ext cx="3455598" cy="30669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AB0CFD1-0D34-D943-9817-B1C94D863036}"/>
              </a:ext>
            </a:extLst>
          </p:cNvPr>
          <p:cNvSpPr txBox="1"/>
          <p:nvPr/>
        </p:nvSpPr>
        <p:spPr>
          <a:xfrm>
            <a:off x="4540600" y="5675048"/>
            <a:ext cx="4154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Aptos Narrow" panose="020B0004020202020204" pitchFamily="34" charset="0"/>
                <a:cs typeface="Arial" panose="020B0604020202020204" pitchFamily="34" charset="0"/>
              </a:rPr>
              <a:t>套餐</a:t>
            </a:r>
            <a:endParaRPr lang="en-US" sz="9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972334C-5ADE-695F-1611-A796EEC21F2B}"/>
              </a:ext>
            </a:extLst>
          </p:cNvPr>
          <p:cNvSpPr/>
          <p:nvPr/>
        </p:nvSpPr>
        <p:spPr>
          <a:xfrm>
            <a:off x="4366403" y="5768860"/>
            <a:ext cx="3455598" cy="4160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19A57F-D320-F6A0-313E-4BC9230E08CC}"/>
              </a:ext>
            </a:extLst>
          </p:cNvPr>
          <p:cNvSpPr txBox="1"/>
          <p:nvPr/>
        </p:nvSpPr>
        <p:spPr>
          <a:xfrm>
            <a:off x="5026584" y="5862202"/>
            <a:ext cx="7617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Aptos Narrow" panose="020B0004020202020204" pitchFamily="34" charset="0"/>
                <a:cs typeface="Arial" panose="020B0604020202020204" pitchFamily="34" charset="0"/>
              </a:rPr>
              <a:t>未选购商品</a:t>
            </a:r>
            <a:endParaRPr lang="en-US" sz="9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EDC39D3-B952-6687-F867-9393DB498C70}"/>
              </a:ext>
            </a:extLst>
          </p:cNvPr>
          <p:cNvSpPr/>
          <p:nvPr/>
        </p:nvSpPr>
        <p:spPr>
          <a:xfrm>
            <a:off x="4513100" y="5661820"/>
            <a:ext cx="502920" cy="502920"/>
          </a:xfrm>
          <a:prstGeom prst="ellips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AFF2463-C307-19AD-E3B2-6D9539C441F2}"/>
              </a:ext>
            </a:extLst>
          </p:cNvPr>
          <p:cNvSpPr/>
          <p:nvPr/>
        </p:nvSpPr>
        <p:spPr>
          <a:xfrm>
            <a:off x="4546284" y="5707575"/>
            <a:ext cx="436552" cy="43655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73EA0E7C-595A-383E-C43C-053A07495B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1734" y="5811994"/>
            <a:ext cx="228600" cy="228600"/>
          </a:xfrm>
          <a:prstGeom prst="rect">
            <a:avLst/>
          </a:prstGeom>
        </p:spPr>
      </p:pic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B84DB665-A4C2-F4D9-9824-32B6A2078790}"/>
              </a:ext>
            </a:extLst>
          </p:cNvPr>
          <p:cNvSpPr/>
          <p:nvPr/>
        </p:nvSpPr>
        <p:spPr>
          <a:xfrm>
            <a:off x="6376501" y="1558549"/>
            <a:ext cx="1307139" cy="171216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bg2">
                    <a:lumMod val="75000"/>
                  </a:schemeClr>
                </a:solidFill>
              </a:rPr>
              <a:t>请输入商品名称</a:t>
            </a:r>
            <a:endParaRPr lang="en-US" sz="8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47" name="Picture 46" descr="A grey magnifying glass&#10;&#10;AI-generated content may be incorrect.">
            <a:extLst>
              <a:ext uri="{FF2B5EF4-FFF2-40B4-BE49-F238E27FC236}">
                <a16:creationId xmlns:a16="http://schemas.microsoft.com/office/drawing/2014/main" id="{13E2EF27-B096-F93F-002C-AC8550E354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7969" y="1587548"/>
            <a:ext cx="118872" cy="118872"/>
          </a:xfrm>
          <a:prstGeom prst="rect">
            <a:avLst/>
          </a:prstGeom>
        </p:spPr>
      </p:pic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9F4391CB-5219-4197-B62B-388B1E4D660C}"/>
              </a:ext>
            </a:extLst>
          </p:cNvPr>
          <p:cNvSpPr/>
          <p:nvPr/>
        </p:nvSpPr>
        <p:spPr>
          <a:xfrm>
            <a:off x="7021830" y="5841134"/>
            <a:ext cx="661810" cy="268692"/>
          </a:xfrm>
          <a:prstGeom prst="roundRect">
            <a:avLst>
              <a:gd name="adj" fmla="val 50000"/>
            </a:avLst>
          </a:prstGeom>
          <a:solidFill>
            <a:srgbClr val="AE7F55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/>
              <a:t>结算</a:t>
            </a:r>
            <a:endParaRPr lang="en-US" sz="1000" b="1" dirty="0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6DC48C3D-71E8-E454-1CA2-129B27F20E01}"/>
              </a:ext>
            </a:extLst>
          </p:cNvPr>
          <p:cNvSpPr/>
          <p:nvPr/>
        </p:nvSpPr>
        <p:spPr>
          <a:xfrm>
            <a:off x="4366403" y="254479"/>
            <a:ext cx="3459193" cy="6349042"/>
          </a:xfrm>
          <a:prstGeom prst="roundRect">
            <a:avLst>
              <a:gd name="adj" fmla="val 744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7A0EEDA-6700-1284-4DF2-23105D11A69A}"/>
              </a:ext>
            </a:extLst>
          </p:cNvPr>
          <p:cNvSpPr txBox="1"/>
          <p:nvPr/>
        </p:nvSpPr>
        <p:spPr>
          <a:xfrm>
            <a:off x="0" y="0"/>
            <a:ext cx="14350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menu-comment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AC440DA4-5438-32CB-2DF2-4EA972D2390C}"/>
              </a:ext>
            </a:extLst>
          </p:cNvPr>
          <p:cNvSpPr/>
          <p:nvPr/>
        </p:nvSpPr>
        <p:spPr>
          <a:xfrm>
            <a:off x="5093593" y="1758659"/>
            <a:ext cx="182880" cy="27432"/>
          </a:xfrm>
          <a:prstGeom prst="roundRect">
            <a:avLst>
              <a:gd name="adj" fmla="val 50000"/>
            </a:avLst>
          </a:prstGeom>
          <a:solidFill>
            <a:srgbClr val="AE7F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3BFB89E-AA2D-D67E-EB4E-072D8E20A61C}"/>
              </a:ext>
            </a:extLst>
          </p:cNvPr>
          <p:cNvSpPr txBox="1"/>
          <p:nvPr/>
        </p:nvSpPr>
        <p:spPr>
          <a:xfrm>
            <a:off x="4982836" y="2131780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>
                <a:latin typeface="Aptos Narrow" panose="020B0004020202020204" pitchFamily="34" charset="0"/>
                <a:cs typeface="Arial" panose="020B0604020202020204" pitchFamily="34" charset="0"/>
              </a:rPr>
              <a:t>用户昵称</a:t>
            </a:r>
            <a:endParaRPr lang="en-US" sz="10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9" name="Picture 88" descr="A brown star on a black background&#10;&#10;AI-generated content may be incorrect.">
            <a:extLst>
              <a:ext uri="{FF2B5EF4-FFF2-40B4-BE49-F238E27FC236}">
                <a16:creationId xmlns:a16="http://schemas.microsoft.com/office/drawing/2014/main" id="{84A5604D-A2B9-462A-2E2D-6603D6DF7C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379" y="2399638"/>
            <a:ext cx="91440" cy="91440"/>
          </a:xfrm>
          <a:prstGeom prst="rect">
            <a:avLst/>
          </a:prstGeom>
        </p:spPr>
      </p:pic>
      <p:pic>
        <p:nvPicPr>
          <p:cNvPr id="90" name="Picture 89" descr="A brown star on a black background&#10;&#10;AI-generated content may be incorrect.">
            <a:extLst>
              <a:ext uri="{FF2B5EF4-FFF2-40B4-BE49-F238E27FC236}">
                <a16:creationId xmlns:a16="http://schemas.microsoft.com/office/drawing/2014/main" id="{B17F1860-358E-D700-EAC4-4D9B9BD862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575" y="2399638"/>
            <a:ext cx="91440" cy="91440"/>
          </a:xfrm>
          <a:prstGeom prst="rect">
            <a:avLst/>
          </a:prstGeom>
        </p:spPr>
      </p:pic>
      <p:pic>
        <p:nvPicPr>
          <p:cNvPr id="91" name="Picture 90" descr="A brown star on a black background&#10;&#10;AI-generated content may be incorrect.">
            <a:extLst>
              <a:ext uri="{FF2B5EF4-FFF2-40B4-BE49-F238E27FC236}">
                <a16:creationId xmlns:a16="http://schemas.microsoft.com/office/drawing/2014/main" id="{E4FFEB25-55AB-001E-87F6-9C23138D8F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7752" y="2399638"/>
            <a:ext cx="91440" cy="91440"/>
          </a:xfrm>
          <a:prstGeom prst="rect">
            <a:avLst/>
          </a:prstGeom>
        </p:spPr>
      </p:pic>
      <p:pic>
        <p:nvPicPr>
          <p:cNvPr id="92" name="Picture 91" descr="A brown star on a black background&#10;&#10;AI-generated content may be incorrect.">
            <a:extLst>
              <a:ext uri="{FF2B5EF4-FFF2-40B4-BE49-F238E27FC236}">
                <a16:creationId xmlns:a16="http://schemas.microsoft.com/office/drawing/2014/main" id="{C8F93B76-A718-9055-8A6A-8B0B42E78A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6929" y="2399638"/>
            <a:ext cx="91440" cy="91440"/>
          </a:xfrm>
          <a:prstGeom prst="rect">
            <a:avLst/>
          </a:prstGeom>
        </p:spPr>
      </p:pic>
      <p:pic>
        <p:nvPicPr>
          <p:cNvPr id="93" name="Picture 92" descr="A brown star on a black background&#10;&#10;AI-generated content may be incorrect.">
            <a:extLst>
              <a:ext uri="{FF2B5EF4-FFF2-40B4-BE49-F238E27FC236}">
                <a16:creationId xmlns:a16="http://schemas.microsoft.com/office/drawing/2014/main" id="{F84FC63C-CDD4-A2A1-5878-1CEBD7DBC7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818" y="2399638"/>
            <a:ext cx="91440" cy="91440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C8479E4A-DE05-F47B-0412-2B26A90ECB8D}"/>
              </a:ext>
            </a:extLst>
          </p:cNvPr>
          <p:cNvSpPr txBox="1"/>
          <p:nvPr/>
        </p:nvSpPr>
        <p:spPr>
          <a:xfrm>
            <a:off x="4982921" y="2535038"/>
            <a:ext cx="13388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>
                <a:latin typeface="Aptos Narrow" panose="020B0004020202020204" pitchFamily="34" charset="0"/>
                <a:cs typeface="Arial" panose="020B0604020202020204" pitchFamily="34" charset="0"/>
              </a:rPr>
              <a:t>这里展示用户评价内容</a:t>
            </a:r>
            <a:endParaRPr lang="en-US" sz="900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7EAFE9E-20F0-21AE-6FAF-F7F63F39175F}"/>
              </a:ext>
            </a:extLst>
          </p:cNvPr>
          <p:cNvSpPr txBox="1"/>
          <p:nvPr/>
        </p:nvSpPr>
        <p:spPr>
          <a:xfrm>
            <a:off x="6931216" y="2140496"/>
            <a:ext cx="7168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00" b="1" dirty="0">
                <a:solidFill>
                  <a:schemeClr val="bg1">
                    <a:lumMod val="65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2025-12-22</a:t>
            </a:r>
            <a:endParaRPr lang="en-US" sz="900" b="1" dirty="0">
              <a:solidFill>
                <a:schemeClr val="bg1">
                  <a:lumMod val="65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D9A6AF2-D052-DB3C-D357-719F0FF106C5}"/>
              </a:ext>
            </a:extLst>
          </p:cNvPr>
          <p:cNvCxnSpPr>
            <a:cxnSpLocks/>
          </p:cNvCxnSpPr>
          <p:nvPr/>
        </p:nvCxnSpPr>
        <p:spPr>
          <a:xfrm>
            <a:off x="4466514" y="2898535"/>
            <a:ext cx="3267135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2434ABD-E9EF-D721-1FA5-110BA80DE694}"/>
              </a:ext>
            </a:extLst>
          </p:cNvPr>
          <p:cNvSpPr txBox="1"/>
          <p:nvPr/>
        </p:nvSpPr>
        <p:spPr>
          <a:xfrm>
            <a:off x="4990759" y="2993375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>
                <a:latin typeface="Aptos Narrow" panose="020B0004020202020204" pitchFamily="34" charset="0"/>
                <a:cs typeface="Arial" panose="020B0604020202020204" pitchFamily="34" charset="0"/>
              </a:rPr>
              <a:t>用户昵称</a:t>
            </a:r>
            <a:endParaRPr lang="en-US" sz="10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3" name="Picture 32" descr="A brown star on a black background&#10;&#10;AI-generated content may be incorrect.">
            <a:extLst>
              <a:ext uri="{FF2B5EF4-FFF2-40B4-BE49-F238E27FC236}">
                <a16:creationId xmlns:a16="http://schemas.microsoft.com/office/drawing/2014/main" id="{F826A93B-2E88-3756-64D5-5239A2A41B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4302" y="3261233"/>
            <a:ext cx="91440" cy="91440"/>
          </a:xfrm>
          <a:prstGeom prst="rect">
            <a:avLst/>
          </a:prstGeom>
        </p:spPr>
      </p:pic>
      <p:pic>
        <p:nvPicPr>
          <p:cNvPr id="34" name="Picture 33" descr="A brown star on a black background&#10;&#10;AI-generated content may be incorrect.">
            <a:extLst>
              <a:ext uri="{FF2B5EF4-FFF2-40B4-BE49-F238E27FC236}">
                <a16:creationId xmlns:a16="http://schemas.microsoft.com/office/drawing/2014/main" id="{ECE56081-E4C2-2377-EDEA-8D608D811A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6498" y="3261233"/>
            <a:ext cx="91440" cy="91440"/>
          </a:xfrm>
          <a:prstGeom prst="rect">
            <a:avLst/>
          </a:prstGeom>
        </p:spPr>
      </p:pic>
      <p:pic>
        <p:nvPicPr>
          <p:cNvPr id="35" name="Picture 34" descr="A brown star on a black background&#10;&#10;AI-generated content may be incorrect.">
            <a:extLst>
              <a:ext uri="{FF2B5EF4-FFF2-40B4-BE49-F238E27FC236}">
                <a16:creationId xmlns:a16="http://schemas.microsoft.com/office/drawing/2014/main" id="{609CC998-DCC2-25B8-F24C-DF7ABF58FA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5675" y="3261233"/>
            <a:ext cx="91440" cy="91440"/>
          </a:xfrm>
          <a:prstGeom prst="rect">
            <a:avLst/>
          </a:prstGeom>
        </p:spPr>
      </p:pic>
      <p:pic>
        <p:nvPicPr>
          <p:cNvPr id="36" name="Picture 35" descr="A brown star on a black background&#10;&#10;AI-generated content may be incorrect.">
            <a:extLst>
              <a:ext uri="{FF2B5EF4-FFF2-40B4-BE49-F238E27FC236}">
                <a16:creationId xmlns:a16="http://schemas.microsoft.com/office/drawing/2014/main" id="{6E2A3CDD-6A62-EA3E-32AE-B4184628C1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4852" y="3261233"/>
            <a:ext cx="91440" cy="91440"/>
          </a:xfrm>
          <a:prstGeom prst="rect">
            <a:avLst/>
          </a:prstGeom>
        </p:spPr>
      </p:pic>
      <p:pic>
        <p:nvPicPr>
          <p:cNvPr id="37" name="Picture 36" descr="A brown star on a black background&#10;&#10;AI-generated content may be incorrect.">
            <a:extLst>
              <a:ext uri="{FF2B5EF4-FFF2-40B4-BE49-F238E27FC236}">
                <a16:creationId xmlns:a16="http://schemas.microsoft.com/office/drawing/2014/main" id="{66B672F4-D41F-2EA4-B72F-B596E4B1F9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741" y="3261233"/>
            <a:ext cx="91440" cy="9144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C535DE8-F3D0-741E-87EF-F7F2E2CE1A24}"/>
              </a:ext>
            </a:extLst>
          </p:cNvPr>
          <p:cNvSpPr txBox="1"/>
          <p:nvPr/>
        </p:nvSpPr>
        <p:spPr>
          <a:xfrm>
            <a:off x="4990844" y="3396633"/>
            <a:ext cx="13388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>
                <a:latin typeface="Aptos Narrow" panose="020B0004020202020204" pitchFamily="34" charset="0"/>
                <a:cs typeface="Arial" panose="020B0604020202020204" pitchFamily="34" charset="0"/>
              </a:rPr>
              <a:t>这里展示用户评价内容</a:t>
            </a:r>
            <a:endParaRPr lang="en-US" sz="900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2D208DB-9AB9-131D-198A-AC46E9AB398A}"/>
              </a:ext>
            </a:extLst>
          </p:cNvPr>
          <p:cNvSpPr txBox="1"/>
          <p:nvPr/>
        </p:nvSpPr>
        <p:spPr>
          <a:xfrm>
            <a:off x="6939139" y="3002091"/>
            <a:ext cx="7168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00" b="1" dirty="0">
                <a:solidFill>
                  <a:schemeClr val="bg1">
                    <a:lumMod val="65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2025-12-22</a:t>
            </a:r>
            <a:endParaRPr lang="en-US" sz="900" b="1" dirty="0">
              <a:solidFill>
                <a:schemeClr val="bg1">
                  <a:lumMod val="65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B3F8421-182B-D5E7-53CB-061281975CEF}"/>
              </a:ext>
            </a:extLst>
          </p:cNvPr>
          <p:cNvCxnSpPr>
            <a:cxnSpLocks/>
          </p:cNvCxnSpPr>
          <p:nvPr/>
        </p:nvCxnSpPr>
        <p:spPr>
          <a:xfrm>
            <a:off x="4474437" y="3760130"/>
            <a:ext cx="3267135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36F78D5D-0D81-454F-591C-702EB079FDD7}"/>
              </a:ext>
            </a:extLst>
          </p:cNvPr>
          <p:cNvSpPr txBox="1"/>
          <p:nvPr/>
        </p:nvSpPr>
        <p:spPr>
          <a:xfrm>
            <a:off x="4990759" y="3853510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>
                <a:latin typeface="Aptos Narrow" panose="020B0004020202020204" pitchFamily="34" charset="0"/>
                <a:cs typeface="Arial" panose="020B0604020202020204" pitchFamily="34" charset="0"/>
              </a:rPr>
              <a:t>用户昵称</a:t>
            </a:r>
            <a:endParaRPr lang="en-US" sz="10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7" name="Picture 86" descr="A brown star on a black background&#10;&#10;AI-generated content may be incorrect.">
            <a:extLst>
              <a:ext uri="{FF2B5EF4-FFF2-40B4-BE49-F238E27FC236}">
                <a16:creationId xmlns:a16="http://schemas.microsoft.com/office/drawing/2014/main" id="{0CE9CC3D-72BB-B46E-D507-34DA74BC60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4302" y="4121368"/>
            <a:ext cx="91440" cy="91440"/>
          </a:xfrm>
          <a:prstGeom prst="rect">
            <a:avLst/>
          </a:prstGeom>
        </p:spPr>
      </p:pic>
      <p:pic>
        <p:nvPicPr>
          <p:cNvPr id="88" name="Picture 87" descr="A brown star on a black background&#10;&#10;AI-generated content may be incorrect.">
            <a:extLst>
              <a:ext uri="{FF2B5EF4-FFF2-40B4-BE49-F238E27FC236}">
                <a16:creationId xmlns:a16="http://schemas.microsoft.com/office/drawing/2014/main" id="{0EBEE99E-A54C-5FDE-D842-7724D1C0F9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6498" y="4121368"/>
            <a:ext cx="91440" cy="91440"/>
          </a:xfrm>
          <a:prstGeom prst="rect">
            <a:avLst/>
          </a:prstGeom>
        </p:spPr>
      </p:pic>
      <p:pic>
        <p:nvPicPr>
          <p:cNvPr id="96" name="Picture 95" descr="A brown star on a black background&#10;&#10;AI-generated content may be incorrect.">
            <a:extLst>
              <a:ext uri="{FF2B5EF4-FFF2-40B4-BE49-F238E27FC236}">
                <a16:creationId xmlns:a16="http://schemas.microsoft.com/office/drawing/2014/main" id="{490B6C57-379E-8D6B-4F9C-0798CF7751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5675" y="4121368"/>
            <a:ext cx="91440" cy="91440"/>
          </a:xfrm>
          <a:prstGeom prst="rect">
            <a:avLst/>
          </a:prstGeom>
        </p:spPr>
      </p:pic>
      <p:pic>
        <p:nvPicPr>
          <p:cNvPr id="97" name="Picture 96" descr="A brown star on a black background&#10;&#10;AI-generated content may be incorrect.">
            <a:extLst>
              <a:ext uri="{FF2B5EF4-FFF2-40B4-BE49-F238E27FC236}">
                <a16:creationId xmlns:a16="http://schemas.microsoft.com/office/drawing/2014/main" id="{10AE8D52-E119-4D3C-2B39-481092B2DE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4852" y="4121368"/>
            <a:ext cx="91440" cy="91440"/>
          </a:xfrm>
          <a:prstGeom prst="rect">
            <a:avLst/>
          </a:prstGeom>
        </p:spPr>
      </p:pic>
      <p:pic>
        <p:nvPicPr>
          <p:cNvPr id="98" name="Picture 97" descr="A brown star on a black background&#10;&#10;AI-generated content may be incorrect.">
            <a:extLst>
              <a:ext uri="{FF2B5EF4-FFF2-40B4-BE49-F238E27FC236}">
                <a16:creationId xmlns:a16="http://schemas.microsoft.com/office/drawing/2014/main" id="{78378E8C-A829-529D-66FE-270B5A793B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741" y="4121368"/>
            <a:ext cx="91440" cy="91440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A0285A3A-3453-9E64-711F-70F3E3A99C41}"/>
              </a:ext>
            </a:extLst>
          </p:cNvPr>
          <p:cNvSpPr txBox="1"/>
          <p:nvPr/>
        </p:nvSpPr>
        <p:spPr>
          <a:xfrm>
            <a:off x="4990844" y="4256768"/>
            <a:ext cx="13388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>
                <a:latin typeface="Aptos Narrow" panose="020B0004020202020204" pitchFamily="34" charset="0"/>
                <a:cs typeface="Arial" panose="020B0604020202020204" pitchFamily="34" charset="0"/>
              </a:rPr>
              <a:t>这里展示用户评价内容</a:t>
            </a:r>
            <a:endParaRPr lang="en-US" sz="900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9EC16F5-91D3-8CE1-F35D-2A7AD65A49F0}"/>
              </a:ext>
            </a:extLst>
          </p:cNvPr>
          <p:cNvSpPr txBox="1"/>
          <p:nvPr/>
        </p:nvSpPr>
        <p:spPr>
          <a:xfrm>
            <a:off x="6939139" y="3862226"/>
            <a:ext cx="7168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00" b="1" dirty="0">
                <a:solidFill>
                  <a:schemeClr val="bg1">
                    <a:lumMod val="65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2025-12-22</a:t>
            </a:r>
            <a:endParaRPr lang="en-US" sz="900" b="1" dirty="0">
              <a:solidFill>
                <a:schemeClr val="bg1">
                  <a:lumMod val="65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E2B09E7-AD68-783C-417D-EA0A5FC3DB9B}"/>
              </a:ext>
            </a:extLst>
          </p:cNvPr>
          <p:cNvSpPr txBox="1"/>
          <p:nvPr/>
        </p:nvSpPr>
        <p:spPr>
          <a:xfrm>
            <a:off x="5573065" y="4713936"/>
            <a:ext cx="10422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>
                <a:solidFill>
                  <a:schemeClr val="bg1">
                    <a:lumMod val="65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查看全部评论 </a:t>
            </a:r>
            <a:r>
              <a:rPr lang="en-US" altLang="zh-CN" sz="1000" b="1" dirty="0">
                <a:solidFill>
                  <a:schemeClr val="bg1">
                    <a:lumMod val="65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&gt;</a:t>
            </a:r>
            <a:endParaRPr lang="en-US" sz="1000" b="1" dirty="0">
              <a:solidFill>
                <a:schemeClr val="bg1">
                  <a:lumMod val="65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2A2534C6-0643-401E-BACA-AAADA6E50C23}"/>
              </a:ext>
            </a:extLst>
          </p:cNvPr>
          <p:cNvCxnSpPr>
            <a:cxnSpLocks/>
          </p:cNvCxnSpPr>
          <p:nvPr/>
        </p:nvCxnSpPr>
        <p:spPr>
          <a:xfrm flipH="1">
            <a:off x="3381439" y="889685"/>
            <a:ext cx="1131661" cy="57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082FA2C1-F404-01FE-40B6-9C6E61529140}"/>
              </a:ext>
            </a:extLst>
          </p:cNvPr>
          <p:cNvSpPr txBox="1"/>
          <p:nvPr/>
        </p:nvSpPr>
        <p:spPr>
          <a:xfrm>
            <a:off x="1839715" y="673643"/>
            <a:ext cx="14350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selectOption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DA42E595-C8F3-54E4-5CA0-2F22C42A8D28}"/>
              </a:ext>
            </a:extLst>
          </p:cNvPr>
          <p:cNvCxnSpPr>
            <a:cxnSpLocks/>
          </p:cNvCxnSpPr>
          <p:nvPr/>
        </p:nvCxnSpPr>
        <p:spPr>
          <a:xfrm flipH="1">
            <a:off x="3353912" y="1627331"/>
            <a:ext cx="1131661" cy="57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F61627BF-BABF-E27C-9575-0427DBB90E45}"/>
              </a:ext>
            </a:extLst>
          </p:cNvPr>
          <p:cNvSpPr txBox="1"/>
          <p:nvPr/>
        </p:nvSpPr>
        <p:spPr>
          <a:xfrm>
            <a:off x="2312518" y="1411289"/>
            <a:ext cx="1018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navigate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F8C46463-1C3D-0649-DCEB-934111C81852}"/>
              </a:ext>
            </a:extLst>
          </p:cNvPr>
          <p:cNvCxnSpPr/>
          <p:nvPr/>
        </p:nvCxnSpPr>
        <p:spPr>
          <a:xfrm>
            <a:off x="7605551" y="938307"/>
            <a:ext cx="7763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7050847F-B96C-1943-F009-6D6D7686C5B5}"/>
              </a:ext>
            </a:extLst>
          </p:cNvPr>
          <p:cNvSpPr txBox="1"/>
          <p:nvPr/>
        </p:nvSpPr>
        <p:spPr>
          <a:xfrm>
            <a:off x="8407809" y="749914"/>
            <a:ext cx="14350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optionButton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28D72FEA-F8ED-2930-B6D7-54F949003413}"/>
              </a:ext>
            </a:extLst>
          </p:cNvPr>
          <p:cNvCxnSpPr/>
          <p:nvPr/>
        </p:nvCxnSpPr>
        <p:spPr>
          <a:xfrm>
            <a:off x="7740711" y="1201907"/>
            <a:ext cx="7763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2F3938EF-45BB-95C1-55A8-04F5AC13DAAA}"/>
              </a:ext>
            </a:extLst>
          </p:cNvPr>
          <p:cNvSpPr txBox="1"/>
          <p:nvPr/>
        </p:nvSpPr>
        <p:spPr>
          <a:xfrm>
            <a:off x="8542969" y="1013514"/>
            <a:ext cx="1018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showMore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84890814-C064-D472-A8C6-823AFDAA442D}"/>
              </a:ext>
            </a:extLst>
          </p:cNvPr>
          <p:cNvCxnSpPr>
            <a:cxnSpLocks/>
          </p:cNvCxnSpPr>
          <p:nvPr/>
        </p:nvCxnSpPr>
        <p:spPr>
          <a:xfrm flipV="1">
            <a:off x="7548827" y="1646783"/>
            <a:ext cx="1137711" cy="6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475810F8-CA3B-FED6-A611-F73A88775BE3}"/>
              </a:ext>
            </a:extLst>
          </p:cNvPr>
          <p:cNvSpPr txBox="1"/>
          <p:nvPr/>
        </p:nvSpPr>
        <p:spPr>
          <a:xfrm>
            <a:off x="8782405" y="1464722"/>
            <a:ext cx="1122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searchBar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pic>
        <p:nvPicPr>
          <p:cNvPr id="115" name="Picture 114" descr="A person in a suit and tie&#10;&#10;AI-generated content may be incorrect.">
            <a:extLst>
              <a:ext uri="{FF2B5EF4-FFF2-40B4-BE49-F238E27FC236}">
                <a16:creationId xmlns:a16="http://schemas.microsoft.com/office/drawing/2014/main" id="{25C4E71A-90AC-7EAF-6DEA-E552761E63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498" y="2194964"/>
            <a:ext cx="365760" cy="365760"/>
          </a:xfrm>
          <a:prstGeom prst="rect">
            <a:avLst/>
          </a:prstGeom>
        </p:spPr>
      </p:pic>
      <p:pic>
        <p:nvPicPr>
          <p:cNvPr id="117" name="Picture 116" descr="A person in a suit and tie&#10;&#10;AI-generated content may be incorrect.">
            <a:extLst>
              <a:ext uri="{FF2B5EF4-FFF2-40B4-BE49-F238E27FC236}">
                <a16:creationId xmlns:a16="http://schemas.microsoft.com/office/drawing/2014/main" id="{4EB762F1-4B21-FDED-629F-1F245B52A1E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8039" y="3055896"/>
            <a:ext cx="365760" cy="365760"/>
          </a:xfrm>
          <a:prstGeom prst="rect">
            <a:avLst/>
          </a:prstGeom>
        </p:spPr>
      </p:pic>
      <p:pic>
        <p:nvPicPr>
          <p:cNvPr id="119" name="Picture 118" descr="A person in a suit and tie&#10;&#10;AI-generated content may be incorrect.">
            <a:extLst>
              <a:ext uri="{FF2B5EF4-FFF2-40B4-BE49-F238E27FC236}">
                <a16:creationId xmlns:a16="http://schemas.microsoft.com/office/drawing/2014/main" id="{641AA295-1324-F070-DC42-03CC295795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623" y="3916768"/>
            <a:ext cx="365760" cy="365760"/>
          </a:xfrm>
          <a:prstGeom prst="rect">
            <a:avLst/>
          </a:prstGeom>
        </p:spPr>
      </p:pic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ABEDAD31-A905-9698-D851-FF705CAB168F}"/>
              </a:ext>
            </a:extLst>
          </p:cNvPr>
          <p:cNvCxnSpPr>
            <a:cxnSpLocks/>
          </p:cNvCxnSpPr>
          <p:nvPr/>
        </p:nvCxnSpPr>
        <p:spPr>
          <a:xfrm flipH="1" flipV="1">
            <a:off x="3085706" y="5938635"/>
            <a:ext cx="1537431" cy="37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30EF3774-FC63-A96E-6B80-469F8B8C8DEA}"/>
              </a:ext>
            </a:extLst>
          </p:cNvPr>
          <p:cNvCxnSpPr>
            <a:cxnSpLocks/>
          </p:cNvCxnSpPr>
          <p:nvPr/>
        </p:nvCxnSpPr>
        <p:spPr>
          <a:xfrm flipH="1" flipV="1">
            <a:off x="3127831" y="3245196"/>
            <a:ext cx="1537431" cy="37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CADFA984-D045-5F00-7C9D-F3FFA413BE9B}"/>
              </a:ext>
            </a:extLst>
          </p:cNvPr>
          <p:cNvSpPr txBox="1"/>
          <p:nvPr/>
        </p:nvSpPr>
        <p:spPr>
          <a:xfrm>
            <a:off x="2100889" y="3030853"/>
            <a:ext cx="1018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user.png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C19652D9-9CDB-7E7B-E1C4-A27CE14E10CB}"/>
              </a:ext>
            </a:extLst>
          </p:cNvPr>
          <p:cNvCxnSpPr>
            <a:cxnSpLocks/>
          </p:cNvCxnSpPr>
          <p:nvPr/>
        </p:nvCxnSpPr>
        <p:spPr>
          <a:xfrm flipH="1" flipV="1">
            <a:off x="3505461" y="2234644"/>
            <a:ext cx="1537431" cy="37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3B7C8209-B78A-BFC9-73A5-2A17049AE561}"/>
              </a:ext>
            </a:extLst>
          </p:cNvPr>
          <p:cNvSpPr txBox="1"/>
          <p:nvPr/>
        </p:nvSpPr>
        <p:spPr>
          <a:xfrm>
            <a:off x="2481652" y="2022399"/>
            <a:ext cx="1018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username</a:t>
            </a:r>
            <a:endParaRPr lang="en-US" sz="16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0DAC8852-F13D-1BA6-0102-E79FE42627E7}"/>
              </a:ext>
            </a:extLst>
          </p:cNvPr>
          <p:cNvCxnSpPr>
            <a:cxnSpLocks/>
          </p:cNvCxnSpPr>
          <p:nvPr/>
        </p:nvCxnSpPr>
        <p:spPr>
          <a:xfrm flipH="1" flipV="1">
            <a:off x="3558485" y="4164336"/>
            <a:ext cx="1537431" cy="37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7DA5E21E-61D7-58A0-D301-2C77FDE81C63}"/>
              </a:ext>
            </a:extLst>
          </p:cNvPr>
          <p:cNvSpPr txBox="1"/>
          <p:nvPr/>
        </p:nvSpPr>
        <p:spPr>
          <a:xfrm>
            <a:off x="2521293" y="3937549"/>
            <a:ext cx="1018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star.png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3E302771-DBE7-435E-7A7D-AB72E9E7A843}"/>
              </a:ext>
            </a:extLst>
          </p:cNvPr>
          <p:cNvCxnSpPr>
            <a:cxnSpLocks/>
          </p:cNvCxnSpPr>
          <p:nvPr/>
        </p:nvCxnSpPr>
        <p:spPr>
          <a:xfrm flipV="1">
            <a:off x="7571118" y="2240189"/>
            <a:ext cx="1137711" cy="6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FBCEBE13-3730-B8F8-ABA3-4E0B47A19F35}"/>
              </a:ext>
            </a:extLst>
          </p:cNvPr>
          <p:cNvSpPr txBox="1"/>
          <p:nvPr/>
        </p:nvSpPr>
        <p:spPr>
          <a:xfrm>
            <a:off x="8804696" y="2058128"/>
            <a:ext cx="601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date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94F5E191-EA77-7087-BDB3-0B0BC6CF38CA}"/>
              </a:ext>
            </a:extLst>
          </p:cNvPr>
          <p:cNvCxnSpPr>
            <a:cxnSpLocks/>
          </p:cNvCxnSpPr>
          <p:nvPr/>
        </p:nvCxnSpPr>
        <p:spPr>
          <a:xfrm flipV="1">
            <a:off x="6291957" y="3495584"/>
            <a:ext cx="2053783" cy="12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109C1BD3-6152-A6D7-F609-1353A887AC28}"/>
              </a:ext>
            </a:extLst>
          </p:cNvPr>
          <p:cNvSpPr txBox="1"/>
          <p:nvPr/>
        </p:nvSpPr>
        <p:spPr>
          <a:xfrm>
            <a:off x="8441607" y="3313523"/>
            <a:ext cx="9140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comment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2130A7DF-0FD0-8D56-A036-519644934EE1}"/>
              </a:ext>
            </a:extLst>
          </p:cNvPr>
          <p:cNvCxnSpPr>
            <a:cxnSpLocks/>
          </p:cNvCxnSpPr>
          <p:nvPr/>
        </p:nvCxnSpPr>
        <p:spPr>
          <a:xfrm>
            <a:off x="6615338" y="4826537"/>
            <a:ext cx="16775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42035549-A29F-B77F-20D2-8FC0D00AFFD6}"/>
              </a:ext>
            </a:extLst>
          </p:cNvPr>
          <p:cNvSpPr txBox="1"/>
          <p:nvPr/>
        </p:nvSpPr>
        <p:spPr>
          <a:xfrm>
            <a:off x="8318801" y="4638144"/>
            <a:ext cx="1018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showMore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C3BAAE88-F779-F6B5-66B5-822FC8FA1621}"/>
              </a:ext>
            </a:extLst>
          </p:cNvPr>
          <p:cNvCxnSpPr/>
          <p:nvPr/>
        </p:nvCxnSpPr>
        <p:spPr>
          <a:xfrm>
            <a:off x="7665736" y="5971007"/>
            <a:ext cx="7763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ectangle: Rounded Corners 19">
            <a:extLst>
              <a:ext uri="{FF2B5EF4-FFF2-40B4-BE49-F238E27FC236}">
                <a16:creationId xmlns:a16="http://schemas.microsoft.com/office/drawing/2014/main" id="{2F49F325-E412-7930-790B-042604768ECA}"/>
              </a:ext>
            </a:extLst>
          </p:cNvPr>
          <p:cNvSpPr/>
          <p:nvPr/>
        </p:nvSpPr>
        <p:spPr>
          <a:xfrm>
            <a:off x="4368169" y="6189066"/>
            <a:ext cx="3455661" cy="417641"/>
          </a:xfrm>
          <a:custGeom>
            <a:avLst/>
            <a:gdLst>
              <a:gd name="connsiteX0" fmla="*/ 0 w 3459193"/>
              <a:gd name="connsiteY0" fmla="*/ 76268 h 416694"/>
              <a:gd name="connsiteX1" fmla="*/ 76268 w 3459193"/>
              <a:gd name="connsiteY1" fmla="*/ 0 h 416694"/>
              <a:gd name="connsiteX2" fmla="*/ 3382925 w 3459193"/>
              <a:gd name="connsiteY2" fmla="*/ 0 h 416694"/>
              <a:gd name="connsiteX3" fmla="*/ 3459193 w 3459193"/>
              <a:gd name="connsiteY3" fmla="*/ 76268 h 416694"/>
              <a:gd name="connsiteX4" fmla="*/ 3459193 w 3459193"/>
              <a:gd name="connsiteY4" fmla="*/ 340426 h 416694"/>
              <a:gd name="connsiteX5" fmla="*/ 3382925 w 3459193"/>
              <a:gd name="connsiteY5" fmla="*/ 416694 h 416694"/>
              <a:gd name="connsiteX6" fmla="*/ 76268 w 3459193"/>
              <a:gd name="connsiteY6" fmla="*/ 416694 h 416694"/>
              <a:gd name="connsiteX7" fmla="*/ 0 w 3459193"/>
              <a:gd name="connsiteY7" fmla="*/ 340426 h 416694"/>
              <a:gd name="connsiteX8" fmla="*/ 0 w 3459193"/>
              <a:gd name="connsiteY8" fmla="*/ 76268 h 416694"/>
              <a:gd name="connsiteX0" fmla="*/ 98 w 3459291"/>
              <a:gd name="connsiteY0" fmla="*/ 76268 h 416694"/>
              <a:gd name="connsiteX1" fmla="*/ 38266 w 3459291"/>
              <a:gd name="connsiteY1" fmla="*/ 0 h 416694"/>
              <a:gd name="connsiteX2" fmla="*/ 3383023 w 3459291"/>
              <a:gd name="connsiteY2" fmla="*/ 0 h 416694"/>
              <a:gd name="connsiteX3" fmla="*/ 3459291 w 3459291"/>
              <a:gd name="connsiteY3" fmla="*/ 76268 h 416694"/>
              <a:gd name="connsiteX4" fmla="*/ 3459291 w 3459291"/>
              <a:gd name="connsiteY4" fmla="*/ 340426 h 416694"/>
              <a:gd name="connsiteX5" fmla="*/ 3383023 w 3459291"/>
              <a:gd name="connsiteY5" fmla="*/ 416694 h 416694"/>
              <a:gd name="connsiteX6" fmla="*/ 76366 w 3459291"/>
              <a:gd name="connsiteY6" fmla="*/ 416694 h 416694"/>
              <a:gd name="connsiteX7" fmla="*/ 98 w 3459291"/>
              <a:gd name="connsiteY7" fmla="*/ 340426 h 416694"/>
              <a:gd name="connsiteX8" fmla="*/ 98 w 3459291"/>
              <a:gd name="connsiteY8" fmla="*/ 76268 h 416694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382925 w 3459193"/>
              <a:gd name="connsiteY2" fmla="*/ 2272 h 418966"/>
              <a:gd name="connsiteX3" fmla="*/ 3459193 w 3459193"/>
              <a:gd name="connsiteY3" fmla="*/ 785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470"/>
              <a:gd name="connsiteY0" fmla="*/ 30280 h 418966"/>
              <a:gd name="connsiteX1" fmla="*/ 38168 w 3459470"/>
              <a:gd name="connsiteY1" fmla="*/ 2272 h 418966"/>
              <a:gd name="connsiteX2" fmla="*/ 3422930 w 3459470"/>
              <a:gd name="connsiteY2" fmla="*/ 367 h 418966"/>
              <a:gd name="connsiteX3" fmla="*/ 3459193 w 3459470"/>
              <a:gd name="connsiteY3" fmla="*/ 78540 h 418966"/>
              <a:gd name="connsiteX4" fmla="*/ 3459193 w 3459470"/>
              <a:gd name="connsiteY4" fmla="*/ 342698 h 418966"/>
              <a:gd name="connsiteX5" fmla="*/ 3382925 w 3459470"/>
              <a:gd name="connsiteY5" fmla="*/ 418966 h 418966"/>
              <a:gd name="connsiteX6" fmla="*/ 76268 w 3459470"/>
              <a:gd name="connsiteY6" fmla="*/ 418966 h 418966"/>
              <a:gd name="connsiteX7" fmla="*/ 0 w 3459470"/>
              <a:gd name="connsiteY7" fmla="*/ 342698 h 418966"/>
              <a:gd name="connsiteX8" fmla="*/ 2540 w 3459470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01010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301010 w 3461098"/>
              <a:gd name="connsiteY5" fmla="*/ 418966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25529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20778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9194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342698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163946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162040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0363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9252"/>
              <a:gd name="connsiteX1" fmla="*/ 36262 w 3457565"/>
              <a:gd name="connsiteY1" fmla="*/ 2272 h 419252"/>
              <a:gd name="connsiteX2" fmla="*/ 3421024 w 3457565"/>
              <a:gd name="connsiteY2" fmla="*/ 367 h 419252"/>
              <a:gd name="connsiteX3" fmla="*/ 3457288 w 3457565"/>
              <a:gd name="connsiteY3" fmla="*/ 40440 h 419252"/>
              <a:gd name="connsiteX4" fmla="*/ 3457286 w 3457565"/>
              <a:gd name="connsiteY4" fmla="*/ 196013 h 419252"/>
              <a:gd name="connsiteX5" fmla="*/ 3192424 w 3457565"/>
              <a:gd name="connsiteY5" fmla="*/ 417061 h 419252"/>
              <a:gd name="connsiteX6" fmla="*/ 242094 w 3457565"/>
              <a:gd name="connsiteY6" fmla="*/ 418966 h 419252"/>
              <a:gd name="connsiteX7" fmla="*/ 0 w 3457565"/>
              <a:gd name="connsiteY7" fmla="*/ 192202 h 419252"/>
              <a:gd name="connsiteX8" fmla="*/ 634 w 3457565"/>
              <a:gd name="connsiteY8" fmla="*/ 30280 h 419252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374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3740 h 417643"/>
              <a:gd name="connsiteX0" fmla="*/ 634 w 3457565"/>
              <a:gd name="connsiteY0" fmla="*/ 3755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7550 h 417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57565" h="417643">
                <a:moveTo>
                  <a:pt x="634" y="37550"/>
                </a:moveTo>
                <a:cubicBezTo>
                  <a:pt x="634" y="-4572"/>
                  <a:pt x="-5860" y="1922"/>
                  <a:pt x="36262" y="1922"/>
                </a:cubicBezTo>
                <a:lnTo>
                  <a:pt x="3421024" y="17"/>
                </a:lnTo>
                <a:cubicBezTo>
                  <a:pt x="3463146" y="17"/>
                  <a:pt x="3457288" y="-2032"/>
                  <a:pt x="3457288" y="40090"/>
                </a:cubicBezTo>
                <a:cubicBezTo>
                  <a:pt x="3457923" y="91948"/>
                  <a:pt x="3456651" y="143805"/>
                  <a:pt x="3457286" y="195663"/>
                </a:cubicBezTo>
                <a:cubicBezTo>
                  <a:pt x="3438236" y="363515"/>
                  <a:pt x="3278361" y="426236"/>
                  <a:pt x="3192424" y="416711"/>
                </a:cubicBezTo>
                <a:lnTo>
                  <a:pt x="264967" y="416711"/>
                </a:lnTo>
                <a:cubicBezTo>
                  <a:pt x="163757" y="426236"/>
                  <a:pt x="9530" y="344465"/>
                  <a:pt x="0" y="191852"/>
                </a:cubicBezTo>
                <a:cubicBezTo>
                  <a:pt x="847" y="87713"/>
                  <a:pt x="-213" y="141689"/>
                  <a:pt x="634" y="3755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D5F0C36-157D-187F-A613-C78506B9527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77075" y="6284058"/>
            <a:ext cx="228600" cy="2286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51D16BE-C7DD-B85D-D66A-56BFC47E65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1749" y="6282052"/>
            <a:ext cx="228600" cy="2286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E5EC325-8C0D-74BC-754C-680640F3C4E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31486" y="6276838"/>
            <a:ext cx="228600" cy="2286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9DDA3BB-7D43-AB8D-3AFB-980AF7CA167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05781" y="6282052"/>
            <a:ext cx="228600" cy="2286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1A3AE1E-9200-24CF-B1A8-DA36CE3F5DAE}"/>
              </a:ext>
            </a:extLst>
          </p:cNvPr>
          <p:cNvSpPr txBox="1"/>
          <p:nvPr/>
        </p:nvSpPr>
        <p:spPr>
          <a:xfrm>
            <a:off x="2092299" y="5726910"/>
            <a:ext cx="1018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cart.png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BAFC04-19DA-C17C-97A8-821C4629D717}"/>
              </a:ext>
            </a:extLst>
          </p:cNvPr>
          <p:cNvSpPr txBox="1"/>
          <p:nvPr/>
        </p:nvSpPr>
        <p:spPr>
          <a:xfrm>
            <a:off x="8467994" y="5782614"/>
            <a:ext cx="363486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submitButton</a:t>
            </a:r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 {radius:50%; </a:t>
            </a:r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background-color:rbg</a:t>
            </a:r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(174,127,85)}</a:t>
            </a:r>
            <a:endParaRPr lang="en-US" sz="16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5355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7E6125A9-8A2D-2DA1-2996-B0661AF63EA3}"/>
              </a:ext>
            </a:extLst>
          </p:cNvPr>
          <p:cNvSpPr/>
          <p:nvPr/>
        </p:nvSpPr>
        <p:spPr>
          <a:xfrm>
            <a:off x="4366403" y="1177572"/>
            <a:ext cx="3455598" cy="47283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E6E1CC-0717-B3CA-CE9E-8932FA17157D}"/>
              </a:ext>
            </a:extLst>
          </p:cNvPr>
          <p:cNvSpPr txBox="1"/>
          <p:nvPr/>
        </p:nvSpPr>
        <p:spPr>
          <a:xfrm>
            <a:off x="0" y="0"/>
            <a:ext cx="12266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menu-store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B61E64-4F91-1808-270B-B71A74E6B8ED}"/>
              </a:ext>
            </a:extLst>
          </p:cNvPr>
          <p:cNvSpPr/>
          <p:nvPr/>
        </p:nvSpPr>
        <p:spPr>
          <a:xfrm>
            <a:off x="4366403" y="662185"/>
            <a:ext cx="3455598" cy="719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19">
            <a:extLst>
              <a:ext uri="{FF2B5EF4-FFF2-40B4-BE49-F238E27FC236}">
                <a16:creationId xmlns:a16="http://schemas.microsoft.com/office/drawing/2014/main" id="{710B155B-E2C4-9C9F-4B06-93DC00F07FD2}"/>
              </a:ext>
            </a:extLst>
          </p:cNvPr>
          <p:cNvSpPr/>
          <p:nvPr/>
        </p:nvSpPr>
        <p:spPr>
          <a:xfrm rot="10800000">
            <a:off x="4366403" y="254479"/>
            <a:ext cx="3455661" cy="417641"/>
          </a:xfrm>
          <a:custGeom>
            <a:avLst/>
            <a:gdLst>
              <a:gd name="connsiteX0" fmla="*/ 0 w 3459193"/>
              <a:gd name="connsiteY0" fmla="*/ 76268 h 416694"/>
              <a:gd name="connsiteX1" fmla="*/ 76268 w 3459193"/>
              <a:gd name="connsiteY1" fmla="*/ 0 h 416694"/>
              <a:gd name="connsiteX2" fmla="*/ 3382925 w 3459193"/>
              <a:gd name="connsiteY2" fmla="*/ 0 h 416694"/>
              <a:gd name="connsiteX3" fmla="*/ 3459193 w 3459193"/>
              <a:gd name="connsiteY3" fmla="*/ 76268 h 416694"/>
              <a:gd name="connsiteX4" fmla="*/ 3459193 w 3459193"/>
              <a:gd name="connsiteY4" fmla="*/ 340426 h 416694"/>
              <a:gd name="connsiteX5" fmla="*/ 3382925 w 3459193"/>
              <a:gd name="connsiteY5" fmla="*/ 416694 h 416694"/>
              <a:gd name="connsiteX6" fmla="*/ 76268 w 3459193"/>
              <a:gd name="connsiteY6" fmla="*/ 416694 h 416694"/>
              <a:gd name="connsiteX7" fmla="*/ 0 w 3459193"/>
              <a:gd name="connsiteY7" fmla="*/ 340426 h 416694"/>
              <a:gd name="connsiteX8" fmla="*/ 0 w 3459193"/>
              <a:gd name="connsiteY8" fmla="*/ 76268 h 416694"/>
              <a:gd name="connsiteX0" fmla="*/ 98 w 3459291"/>
              <a:gd name="connsiteY0" fmla="*/ 76268 h 416694"/>
              <a:gd name="connsiteX1" fmla="*/ 38266 w 3459291"/>
              <a:gd name="connsiteY1" fmla="*/ 0 h 416694"/>
              <a:gd name="connsiteX2" fmla="*/ 3383023 w 3459291"/>
              <a:gd name="connsiteY2" fmla="*/ 0 h 416694"/>
              <a:gd name="connsiteX3" fmla="*/ 3459291 w 3459291"/>
              <a:gd name="connsiteY3" fmla="*/ 76268 h 416694"/>
              <a:gd name="connsiteX4" fmla="*/ 3459291 w 3459291"/>
              <a:gd name="connsiteY4" fmla="*/ 340426 h 416694"/>
              <a:gd name="connsiteX5" fmla="*/ 3383023 w 3459291"/>
              <a:gd name="connsiteY5" fmla="*/ 416694 h 416694"/>
              <a:gd name="connsiteX6" fmla="*/ 76366 w 3459291"/>
              <a:gd name="connsiteY6" fmla="*/ 416694 h 416694"/>
              <a:gd name="connsiteX7" fmla="*/ 98 w 3459291"/>
              <a:gd name="connsiteY7" fmla="*/ 340426 h 416694"/>
              <a:gd name="connsiteX8" fmla="*/ 98 w 3459291"/>
              <a:gd name="connsiteY8" fmla="*/ 76268 h 416694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382925 w 3459193"/>
              <a:gd name="connsiteY2" fmla="*/ 2272 h 418966"/>
              <a:gd name="connsiteX3" fmla="*/ 3459193 w 3459193"/>
              <a:gd name="connsiteY3" fmla="*/ 785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470"/>
              <a:gd name="connsiteY0" fmla="*/ 30280 h 418966"/>
              <a:gd name="connsiteX1" fmla="*/ 38168 w 3459470"/>
              <a:gd name="connsiteY1" fmla="*/ 2272 h 418966"/>
              <a:gd name="connsiteX2" fmla="*/ 3422930 w 3459470"/>
              <a:gd name="connsiteY2" fmla="*/ 367 h 418966"/>
              <a:gd name="connsiteX3" fmla="*/ 3459193 w 3459470"/>
              <a:gd name="connsiteY3" fmla="*/ 78540 h 418966"/>
              <a:gd name="connsiteX4" fmla="*/ 3459193 w 3459470"/>
              <a:gd name="connsiteY4" fmla="*/ 342698 h 418966"/>
              <a:gd name="connsiteX5" fmla="*/ 3382925 w 3459470"/>
              <a:gd name="connsiteY5" fmla="*/ 418966 h 418966"/>
              <a:gd name="connsiteX6" fmla="*/ 76268 w 3459470"/>
              <a:gd name="connsiteY6" fmla="*/ 418966 h 418966"/>
              <a:gd name="connsiteX7" fmla="*/ 0 w 3459470"/>
              <a:gd name="connsiteY7" fmla="*/ 342698 h 418966"/>
              <a:gd name="connsiteX8" fmla="*/ 2540 w 3459470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01010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301010 w 3461098"/>
              <a:gd name="connsiteY5" fmla="*/ 418966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25529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20778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9194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342698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163946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162040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0363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9252"/>
              <a:gd name="connsiteX1" fmla="*/ 36262 w 3457565"/>
              <a:gd name="connsiteY1" fmla="*/ 2272 h 419252"/>
              <a:gd name="connsiteX2" fmla="*/ 3421024 w 3457565"/>
              <a:gd name="connsiteY2" fmla="*/ 367 h 419252"/>
              <a:gd name="connsiteX3" fmla="*/ 3457288 w 3457565"/>
              <a:gd name="connsiteY3" fmla="*/ 40440 h 419252"/>
              <a:gd name="connsiteX4" fmla="*/ 3457286 w 3457565"/>
              <a:gd name="connsiteY4" fmla="*/ 196013 h 419252"/>
              <a:gd name="connsiteX5" fmla="*/ 3192424 w 3457565"/>
              <a:gd name="connsiteY5" fmla="*/ 417061 h 419252"/>
              <a:gd name="connsiteX6" fmla="*/ 242094 w 3457565"/>
              <a:gd name="connsiteY6" fmla="*/ 418966 h 419252"/>
              <a:gd name="connsiteX7" fmla="*/ 0 w 3457565"/>
              <a:gd name="connsiteY7" fmla="*/ 192202 h 419252"/>
              <a:gd name="connsiteX8" fmla="*/ 634 w 3457565"/>
              <a:gd name="connsiteY8" fmla="*/ 30280 h 419252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374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3740 h 417643"/>
              <a:gd name="connsiteX0" fmla="*/ 634 w 3457565"/>
              <a:gd name="connsiteY0" fmla="*/ 3755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7550 h 417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57565" h="417643">
                <a:moveTo>
                  <a:pt x="634" y="37550"/>
                </a:moveTo>
                <a:cubicBezTo>
                  <a:pt x="634" y="-4572"/>
                  <a:pt x="-5860" y="1922"/>
                  <a:pt x="36262" y="1922"/>
                </a:cubicBezTo>
                <a:lnTo>
                  <a:pt x="3421024" y="17"/>
                </a:lnTo>
                <a:cubicBezTo>
                  <a:pt x="3463146" y="17"/>
                  <a:pt x="3457288" y="-2032"/>
                  <a:pt x="3457288" y="40090"/>
                </a:cubicBezTo>
                <a:cubicBezTo>
                  <a:pt x="3457923" y="91948"/>
                  <a:pt x="3456651" y="143805"/>
                  <a:pt x="3457286" y="195663"/>
                </a:cubicBezTo>
                <a:cubicBezTo>
                  <a:pt x="3438236" y="363515"/>
                  <a:pt x="3278361" y="426236"/>
                  <a:pt x="3192424" y="416711"/>
                </a:cubicBezTo>
                <a:lnTo>
                  <a:pt x="264967" y="416711"/>
                </a:lnTo>
                <a:cubicBezTo>
                  <a:pt x="163757" y="426236"/>
                  <a:pt x="9530" y="344465"/>
                  <a:pt x="0" y="191852"/>
                </a:cubicBezTo>
                <a:cubicBezTo>
                  <a:pt x="847" y="87713"/>
                  <a:pt x="-213" y="141689"/>
                  <a:pt x="634" y="375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6C8956-A5C7-51D0-1F0F-61EA96AC0474}"/>
              </a:ext>
            </a:extLst>
          </p:cNvPr>
          <p:cNvSpPr txBox="1"/>
          <p:nvPr/>
        </p:nvSpPr>
        <p:spPr>
          <a:xfrm>
            <a:off x="5644594" y="313407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自助点餐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6AE6573-DBA5-A15E-4FD0-FC2CD4576C12}"/>
              </a:ext>
            </a:extLst>
          </p:cNvPr>
          <p:cNvSpPr/>
          <p:nvPr/>
        </p:nvSpPr>
        <p:spPr>
          <a:xfrm>
            <a:off x="7120108" y="342725"/>
            <a:ext cx="618621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D0D69E-AC9F-6FEA-2561-83B6EB8226CB}"/>
              </a:ext>
            </a:extLst>
          </p:cNvPr>
          <p:cNvCxnSpPr>
            <a:cxnSpLocks/>
          </p:cNvCxnSpPr>
          <p:nvPr/>
        </p:nvCxnSpPr>
        <p:spPr>
          <a:xfrm>
            <a:off x="7429355" y="383726"/>
            <a:ext cx="63" cy="16047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9C18A4B-F1AF-BD89-B204-1649CACC9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543" y="393486"/>
            <a:ext cx="131536" cy="131536"/>
          </a:xfrm>
          <a:prstGeom prst="rect">
            <a:avLst/>
          </a:prstGeom>
        </p:spPr>
      </p:pic>
      <p:pic>
        <p:nvPicPr>
          <p:cNvPr id="10" name="Picture 9" descr="A row of dots on a black background&#10;&#10;AI-generated content may be incorrect.">
            <a:extLst>
              <a:ext uri="{FF2B5EF4-FFF2-40B4-BE49-F238E27FC236}">
                <a16:creationId xmlns:a16="http://schemas.microsoft.com/office/drawing/2014/main" id="{8076739F-0A94-9907-DD7E-033EB8EC04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4317" y="390331"/>
            <a:ext cx="146304" cy="1463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ADC14DE-0B94-0AC3-F610-F0F8ECDDE91A}"/>
              </a:ext>
            </a:extLst>
          </p:cNvPr>
          <p:cNvSpPr txBox="1"/>
          <p:nvPr/>
        </p:nvSpPr>
        <p:spPr>
          <a:xfrm>
            <a:off x="4430954" y="783119"/>
            <a:ext cx="7521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latin typeface="Aptos Narrow" panose="020B0004020202020204" pitchFamily="34" charset="0"/>
                <a:cs typeface="Arial" panose="020B0604020202020204" pitchFamily="34" charset="0"/>
              </a:rPr>
              <a:t>奶茶馆 </a:t>
            </a:r>
            <a:r>
              <a:rPr lang="en-US" altLang="zh-CN" sz="1200" b="1" dirty="0">
                <a:latin typeface="Aptos Narrow" panose="020B0004020202020204" pitchFamily="34" charset="0"/>
                <a:cs typeface="Arial" panose="020B0604020202020204" pitchFamily="34" charset="0"/>
              </a:rPr>
              <a:t>&gt;</a:t>
            </a:r>
            <a:endParaRPr lang="en-US" sz="12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3A5AEFE-6096-1521-5927-AF438DEABD4D}"/>
              </a:ext>
            </a:extLst>
          </p:cNvPr>
          <p:cNvSpPr/>
          <p:nvPr/>
        </p:nvSpPr>
        <p:spPr>
          <a:xfrm>
            <a:off x="6582966" y="767731"/>
            <a:ext cx="1100674" cy="307777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50" b="1" dirty="0">
                <a:solidFill>
                  <a:schemeClr val="tx1"/>
                </a:solidFill>
              </a:rPr>
              <a:t> 自取</a:t>
            </a:r>
            <a:endParaRPr lang="en-US" sz="1050" b="1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8C68019-66FB-FE42-D3BE-D6B27C8E6157}"/>
              </a:ext>
            </a:extLst>
          </p:cNvPr>
          <p:cNvSpPr/>
          <p:nvPr/>
        </p:nvSpPr>
        <p:spPr>
          <a:xfrm>
            <a:off x="7134029" y="798175"/>
            <a:ext cx="523984" cy="246888"/>
          </a:xfrm>
          <a:prstGeom prst="roundRect">
            <a:avLst>
              <a:gd name="adj" fmla="val 50000"/>
            </a:avLst>
          </a:prstGeom>
          <a:solidFill>
            <a:srgbClr val="AE7F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b="1" dirty="0">
                <a:solidFill>
                  <a:schemeClr val="bg1"/>
                </a:solidFill>
              </a:rPr>
              <a:t>外卖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DE8405-8D1D-5187-2739-FEE1FD550722}"/>
              </a:ext>
            </a:extLst>
          </p:cNvPr>
          <p:cNvSpPr txBox="1"/>
          <p:nvPr/>
        </p:nvSpPr>
        <p:spPr>
          <a:xfrm>
            <a:off x="4430954" y="1095828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b="1" dirty="0">
                <a:latin typeface="Aptos Narrow" panose="020B0004020202020204" pitchFamily="34" charset="0"/>
                <a:cs typeface="Arial" panose="020B0604020202020204" pitchFamily="34" charset="0"/>
              </a:rPr>
              <a:t>领劵</a:t>
            </a:r>
            <a:endParaRPr lang="en-US" sz="8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9BFB29-97E8-DD7C-41D1-9A44392DFE22}"/>
              </a:ext>
            </a:extLst>
          </p:cNvPr>
          <p:cNvSpPr/>
          <p:nvPr/>
        </p:nvSpPr>
        <p:spPr>
          <a:xfrm>
            <a:off x="4882594" y="1147670"/>
            <a:ext cx="640080" cy="111760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rgbClr val="FF0000"/>
                </a:solidFill>
                <a:latin typeface="+mj-ea"/>
                <a:ea typeface="+mj-ea"/>
              </a:rPr>
              <a:t>满</a:t>
            </a:r>
            <a:r>
              <a:rPr lang="en-US" altLang="zh-CN" sz="800" dirty="0">
                <a:solidFill>
                  <a:srgbClr val="FF0000"/>
                </a:solidFill>
                <a:latin typeface="+mj-ea"/>
                <a:ea typeface="+mj-ea"/>
              </a:rPr>
              <a:t>99</a:t>
            </a:r>
            <a:r>
              <a:rPr lang="zh-CN" altLang="en-US" sz="800" dirty="0">
                <a:solidFill>
                  <a:srgbClr val="FF0000"/>
                </a:solidFill>
                <a:latin typeface="+mj-ea"/>
                <a:ea typeface="+mj-ea"/>
              </a:rPr>
              <a:t>减</a:t>
            </a:r>
            <a:r>
              <a:rPr lang="en-US" altLang="zh-CN" sz="800" dirty="0">
                <a:solidFill>
                  <a:srgbClr val="FF0000"/>
                </a:solidFill>
                <a:latin typeface="+mj-ea"/>
                <a:ea typeface="+mj-ea"/>
              </a:rPr>
              <a:t>25</a:t>
            </a:r>
            <a:endParaRPr lang="en-US" sz="8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A0E9DD-EB71-6B69-7F44-FD1338889659}"/>
              </a:ext>
            </a:extLst>
          </p:cNvPr>
          <p:cNvSpPr/>
          <p:nvPr/>
        </p:nvSpPr>
        <p:spPr>
          <a:xfrm>
            <a:off x="5583634" y="1147670"/>
            <a:ext cx="731520" cy="111760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rgbClr val="FF0000"/>
                </a:solidFill>
                <a:latin typeface="+mj-ea"/>
                <a:ea typeface="+mj-ea"/>
              </a:rPr>
              <a:t>满</a:t>
            </a:r>
            <a:r>
              <a:rPr lang="en-US" altLang="zh-CN" sz="800" dirty="0">
                <a:solidFill>
                  <a:srgbClr val="FF0000"/>
                </a:solidFill>
                <a:latin typeface="+mj-ea"/>
                <a:ea typeface="+mj-ea"/>
              </a:rPr>
              <a:t>100</a:t>
            </a:r>
            <a:r>
              <a:rPr lang="zh-CN" altLang="en-US" sz="800" dirty="0">
                <a:solidFill>
                  <a:srgbClr val="FF0000"/>
                </a:solidFill>
                <a:latin typeface="+mj-ea"/>
                <a:ea typeface="+mj-ea"/>
              </a:rPr>
              <a:t>享</a:t>
            </a:r>
            <a:r>
              <a:rPr lang="en-US" altLang="zh-CN" sz="800" dirty="0">
                <a:solidFill>
                  <a:srgbClr val="FF0000"/>
                </a:solidFill>
                <a:latin typeface="+mj-ea"/>
                <a:ea typeface="+mj-ea"/>
              </a:rPr>
              <a:t>8</a:t>
            </a:r>
            <a:r>
              <a:rPr lang="zh-CN" altLang="en-US" sz="800" dirty="0">
                <a:solidFill>
                  <a:srgbClr val="FF0000"/>
                </a:solidFill>
                <a:latin typeface="+mj-ea"/>
                <a:ea typeface="+mj-ea"/>
              </a:rPr>
              <a:t>折</a:t>
            </a:r>
            <a:endParaRPr lang="en-US" sz="8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0F810C-CCBF-58DC-0A25-2492AA571A68}"/>
              </a:ext>
            </a:extLst>
          </p:cNvPr>
          <p:cNvSpPr txBox="1"/>
          <p:nvPr/>
        </p:nvSpPr>
        <p:spPr>
          <a:xfrm>
            <a:off x="7200012" y="1095828"/>
            <a:ext cx="5647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b="1" dirty="0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去领劵 </a:t>
            </a:r>
            <a:r>
              <a:rPr lang="en-US" altLang="zh-CN" sz="800" b="1" dirty="0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&gt;</a:t>
            </a:r>
            <a:endParaRPr lang="en-US" sz="800" b="1" dirty="0">
              <a:solidFill>
                <a:schemeClr val="bg2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C398EF-BD84-A2D7-51E1-EFB050EDA0DD}"/>
              </a:ext>
            </a:extLst>
          </p:cNvPr>
          <p:cNvSpPr/>
          <p:nvPr/>
        </p:nvSpPr>
        <p:spPr>
          <a:xfrm>
            <a:off x="4366403" y="1483825"/>
            <a:ext cx="3455598" cy="3734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4731B4-EC96-DCA3-ED1D-DB2A09B0711F}"/>
              </a:ext>
            </a:extLst>
          </p:cNvPr>
          <p:cNvSpPr txBox="1"/>
          <p:nvPr/>
        </p:nvSpPr>
        <p:spPr>
          <a:xfrm>
            <a:off x="4430954" y="1513379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b="1" dirty="0">
                <a:latin typeface="Aptos Narrow" panose="020B0004020202020204" pitchFamily="34" charset="0"/>
                <a:cs typeface="Arial" panose="020B0604020202020204" pitchFamily="34" charset="0"/>
              </a:rPr>
              <a:t>点餐</a:t>
            </a:r>
            <a:endParaRPr lang="en-US" sz="105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011BBA-A44C-A7FE-8A4A-7F29384E5347}"/>
              </a:ext>
            </a:extLst>
          </p:cNvPr>
          <p:cNvSpPr txBox="1"/>
          <p:nvPr/>
        </p:nvSpPr>
        <p:spPr>
          <a:xfrm>
            <a:off x="4956098" y="1518459"/>
            <a:ext cx="4539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b="1" dirty="0">
                <a:latin typeface="Aptos Narrow" panose="020B0004020202020204" pitchFamily="34" charset="0"/>
                <a:cs typeface="Arial" panose="020B0604020202020204" pitchFamily="34" charset="0"/>
              </a:rPr>
              <a:t>评价</a:t>
            </a:r>
            <a:endParaRPr lang="en-US" sz="105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6520E7-7534-A9D7-09FF-7D8C59E746B9}"/>
              </a:ext>
            </a:extLst>
          </p:cNvPr>
          <p:cNvSpPr txBox="1"/>
          <p:nvPr/>
        </p:nvSpPr>
        <p:spPr>
          <a:xfrm>
            <a:off x="5468418" y="1518459"/>
            <a:ext cx="4539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b="1" dirty="0">
                <a:latin typeface="Aptos Narrow" panose="020B0004020202020204" pitchFamily="34" charset="0"/>
                <a:cs typeface="Arial" panose="020B0604020202020204" pitchFamily="34" charset="0"/>
              </a:rPr>
              <a:t>商店</a:t>
            </a:r>
            <a:endParaRPr lang="en-US" sz="105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9384F32-659F-2EF9-8AD3-57ED7187210F}"/>
              </a:ext>
            </a:extLst>
          </p:cNvPr>
          <p:cNvSpPr/>
          <p:nvPr/>
        </p:nvSpPr>
        <p:spPr>
          <a:xfrm>
            <a:off x="6376501" y="1558549"/>
            <a:ext cx="1307139" cy="171216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bg2">
                    <a:lumMod val="75000"/>
                  </a:schemeClr>
                </a:solidFill>
              </a:rPr>
              <a:t>请输入商品名称</a:t>
            </a:r>
            <a:endParaRPr lang="en-US" sz="8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23" name="Picture 22" descr="A grey magnifying glass&#10;&#10;AI-generated content may be incorrect.">
            <a:extLst>
              <a:ext uri="{FF2B5EF4-FFF2-40B4-BE49-F238E27FC236}">
                <a16:creationId xmlns:a16="http://schemas.microsoft.com/office/drawing/2014/main" id="{5914F7D7-DB02-DCB3-4426-1F4F7929F4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7969" y="1587548"/>
            <a:ext cx="118872" cy="118872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3D341D8-C2AB-EFF4-0210-7322D66A5A58}"/>
              </a:ext>
            </a:extLst>
          </p:cNvPr>
          <p:cNvCxnSpPr>
            <a:cxnSpLocks/>
          </p:cNvCxnSpPr>
          <p:nvPr/>
        </p:nvCxnSpPr>
        <p:spPr>
          <a:xfrm flipH="1">
            <a:off x="3381439" y="889685"/>
            <a:ext cx="1131661" cy="57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DD3756C-D34B-76D1-868E-84D4E934FF71}"/>
              </a:ext>
            </a:extLst>
          </p:cNvPr>
          <p:cNvSpPr txBox="1"/>
          <p:nvPr/>
        </p:nvSpPr>
        <p:spPr>
          <a:xfrm>
            <a:off x="1839715" y="673643"/>
            <a:ext cx="14350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selectOption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154827B-3847-8085-616A-7CF0BFE44D61}"/>
              </a:ext>
            </a:extLst>
          </p:cNvPr>
          <p:cNvCxnSpPr>
            <a:cxnSpLocks/>
          </p:cNvCxnSpPr>
          <p:nvPr/>
        </p:nvCxnSpPr>
        <p:spPr>
          <a:xfrm flipH="1">
            <a:off x="3353912" y="1627331"/>
            <a:ext cx="1131661" cy="57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734F4C6-4C58-DC92-5C5D-1838442DA378}"/>
              </a:ext>
            </a:extLst>
          </p:cNvPr>
          <p:cNvSpPr txBox="1"/>
          <p:nvPr/>
        </p:nvSpPr>
        <p:spPr>
          <a:xfrm>
            <a:off x="2312518" y="1411289"/>
            <a:ext cx="1018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navigate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0BF36BD-068E-2EF3-A613-A18D62A14B38}"/>
              </a:ext>
            </a:extLst>
          </p:cNvPr>
          <p:cNvCxnSpPr/>
          <p:nvPr/>
        </p:nvCxnSpPr>
        <p:spPr>
          <a:xfrm>
            <a:off x="7605551" y="938307"/>
            <a:ext cx="7763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5443B48-06CE-8183-70E0-40C7BB6EEB6F}"/>
              </a:ext>
            </a:extLst>
          </p:cNvPr>
          <p:cNvSpPr txBox="1"/>
          <p:nvPr/>
        </p:nvSpPr>
        <p:spPr>
          <a:xfrm>
            <a:off x="8407809" y="749914"/>
            <a:ext cx="14350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optionButton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781BEC2-D4FE-F1FC-9AF9-E61894784818}"/>
              </a:ext>
            </a:extLst>
          </p:cNvPr>
          <p:cNvCxnSpPr/>
          <p:nvPr/>
        </p:nvCxnSpPr>
        <p:spPr>
          <a:xfrm>
            <a:off x="7740711" y="1201907"/>
            <a:ext cx="7763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ECE1D47-0EF5-5CA7-BF43-9B561715C945}"/>
              </a:ext>
            </a:extLst>
          </p:cNvPr>
          <p:cNvSpPr txBox="1"/>
          <p:nvPr/>
        </p:nvSpPr>
        <p:spPr>
          <a:xfrm>
            <a:off x="8542969" y="1013514"/>
            <a:ext cx="1018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showMore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C605C22-6739-2905-7ECA-C95F8DABE688}"/>
              </a:ext>
            </a:extLst>
          </p:cNvPr>
          <p:cNvCxnSpPr>
            <a:cxnSpLocks/>
          </p:cNvCxnSpPr>
          <p:nvPr/>
        </p:nvCxnSpPr>
        <p:spPr>
          <a:xfrm flipV="1">
            <a:off x="7548827" y="1646783"/>
            <a:ext cx="1137711" cy="6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71E691C-82FF-6FC2-57E4-8CB683A0104E}"/>
              </a:ext>
            </a:extLst>
          </p:cNvPr>
          <p:cNvSpPr txBox="1"/>
          <p:nvPr/>
        </p:nvSpPr>
        <p:spPr>
          <a:xfrm>
            <a:off x="8782405" y="1464722"/>
            <a:ext cx="1122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searchBar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2B84E96-D320-D5F0-1E88-A9D797E81497}"/>
              </a:ext>
            </a:extLst>
          </p:cNvPr>
          <p:cNvSpPr txBox="1"/>
          <p:nvPr/>
        </p:nvSpPr>
        <p:spPr>
          <a:xfrm>
            <a:off x="4540600" y="5675048"/>
            <a:ext cx="4154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Aptos Narrow" panose="020B0004020202020204" pitchFamily="34" charset="0"/>
                <a:cs typeface="Arial" panose="020B0604020202020204" pitchFamily="34" charset="0"/>
              </a:rPr>
              <a:t>套餐</a:t>
            </a:r>
            <a:endParaRPr lang="en-US" sz="9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957BE1C-957A-849B-8BA2-C2FED8DBF2BB}"/>
              </a:ext>
            </a:extLst>
          </p:cNvPr>
          <p:cNvSpPr/>
          <p:nvPr/>
        </p:nvSpPr>
        <p:spPr>
          <a:xfrm>
            <a:off x="4366403" y="5768860"/>
            <a:ext cx="3455598" cy="4160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ED1AA6F-128C-7A37-3DBF-862D70903A2E}"/>
              </a:ext>
            </a:extLst>
          </p:cNvPr>
          <p:cNvSpPr txBox="1"/>
          <p:nvPr/>
        </p:nvSpPr>
        <p:spPr>
          <a:xfrm>
            <a:off x="5026584" y="5862202"/>
            <a:ext cx="7617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Aptos Narrow" panose="020B0004020202020204" pitchFamily="34" charset="0"/>
                <a:cs typeface="Arial" panose="020B0604020202020204" pitchFamily="34" charset="0"/>
              </a:rPr>
              <a:t>未选购商品</a:t>
            </a:r>
            <a:endParaRPr lang="en-US" sz="9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DEC5AB5-9C13-9E04-7058-1949A68BD81D}"/>
              </a:ext>
            </a:extLst>
          </p:cNvPr>
          <p:cNvSpPr/>
          <p:nvPr/>
        </p:nvSpPr>
        <p:spPr>
          <a:xfrm>
            <a:off x="4513100" y="5661820"/>
            <a:ext cx="502920" cy="502920"/>
          </a:xfrm>
          <a:prstGeom prst="ellips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5ABF9AB-E13B-9D2C-A9DB-8CB4C69CC73B}"/>
              </a:ext>
            </a:extLst>
          </p:cNvPr>
          <p:cNvSpPr/>
          <p:nvPr/>
        </p:nvSpPr>
        <p:spPr>
          <a:xfrm>
            <a:off x="4546284" y="5707575"/>
            <a:ext cx="436552" cy="43655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42304386-BAE7-F16A-B982-C0AE7B3D6F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1734" y="5811994"/>
            <a:ext cx="228600" cy="228600"/>
          </a:xfrm>
          <a:prstGeom prst="rect">
            <a:avLst/>
          </a:prstGeom>
        </p:spPr>
      </p:pic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130C623-9BAD-5656-E733-8DC7311CD20E}"/>
              </a:ext>
            </a:extLst>
          </p:cNvPr>
          <p:cNvSpPr/>
          <p:nvPr/>
        </p:nvSpPr>
        <p:spPr>
          <a:xfrm>
            <a:off x="7021830" y="5841134"/>
            <a:ext cx="661810" cy="268692"/>
          </a:xfrm>
          <a:prstGeom prst="roundRect">
            <a:avLst>
              <a:gd name="adj" fmla="val 50000"/>
            </a:avLst>
          </a:prstGeom>
          <a:solidFill>
            <a:srgbClr val="AE7F55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/>
              <a:t>结算</a:t>
            </a:r>
            <a:endParaRPr lang="en-US" sz="1000" b="1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E9C354F-F3AB-DD96-2EBC-1E9DE6707FAF}"/>
              </a:ext>
            </a:extLst>
          </p:cNvPr>
          <p:cNvCxnSpPr>
            <a:cxnSpLocks/>
          </p:cNvCxnSpPr>
          <p:nvPr/>
        </p:nvCxnSpPr>
        <p:spPr>
          <a:xfrm flipH="1" flipV="1">
            <a:off x="3085706" y="5938635"/>
            <a:ext cx="1537431" cy="37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7767920-C75F-2DF4-A461-981DDABEEF22}"/>
              </a:ext>
            </a:extLst>
          </p:cNvPr>
          <p:cNvCxnSpPr/>
          <p:nvPr/>
        </p:nvCxnSpPr>
        <p:spPr>
          <a:xfrm>
            <a:off x="7665736" y="5971007"/>
            <a:ext cx="7763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D4F93D52-57DC-A943-1D8C-BD22B6B1B176}"/>
              </a:ext>
            </a:extLst>
          </p:cNvPr>
          <p:cNvSpPr/>
          <p:nvPr/>
        </p:nvSpPr>
        <p:spPr>
          <a:xfrm>
            <a:off x="4366403" y="1962153"/>
            <a:ext cx="3455598" cy="9355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A7E93485-EFE0-9A6D-E60B-0DAE73CBF31E}"/>
              </a:ext>
            </a:extLst>
          </p:cNvPr>
          <p:cNvSpPr/>
          <p:nvPr/>
        </p:nvSpPr>
        <p:spPr>
          <a:xfrm>
            <a:off x="5596794" y="1758659"/>
            <a:ext cx="182880" cy="27432"/>
          </a:xfrm>
          <a:prstGeom prst="roundRect">
            <a:avLst>
              <a:gd name="adj" fmla="val 50000"/>
            </a:avLst>
          </a:prstGeom>
          <a:solidFill>
            <a:srgbClr val="AE7F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C1E599A7-80CA-A96B-7321-8B930E68CEE9}"/>
              </a:ext>
            </a:extLst>
          </p:cNvPr>
          <p:cNvSpPr/>
          <p:nvPr/>
        </p:nvSpPr>
        <p:spPr>
          <a:xfrm rot="5400000">
            <a:off x="4467448" y="2161871"/>
            <a:ext cx="118872" cy="27432"/>
          </a:xfrm>
          <a:prstGeom prst="roundRect">
            <a:avLst>
              <a:gd name="adj" fmla="val 50000"/>
            </a:avLst>
          </a:prstGeom>
          <a:solidFill>
            <a:srgbClr val="AE7F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DBCC181-A96E-E9A2-A293-0B93C0E91EB4}"/>
              </a:ext>
            </a:extLst>
          </p:cNvPr>
          <p:cNvSpPr txBox="1"/>
          <p:nvPr/>
        </p:nvSpPr>
        <p:spPr>
          <a:xfrm>
            <a:off x="4513100" y="2046608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>
                <a:latin typeface="Aptos Narrow" panose="020B0004020202020204" pitchFamily="34" charset="0"/>
                <a:cs typeface="Arial" panose="020B0604020202020204" pitchFamily="34" charset="0"/>
              </a:rPr>
              <a:t>配送信息</a:t>
            </a:r>
            <a:endParaRPr lang="en-US" sz="10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640313D-BFDC-63AF-31F7-56D15DB3330A}"/>
              </a:ext>
            </a:extLst>
          </p:cNvPr>
          <p:cNvSpPr/>
          <p:nvPr/>
        </p:nvSpPr>
        <p:spPr>
          <a:xfrm>
            <a:off x="4514601" y="2340273"/>
            <a:ext cx="320040" cy="149370"/>
          </a:xfrm>
          <a:prstGeom prst="rect">
            <a:avLst/>
          </a:prstGeom>
          <a:solidFill>
            <a:schemeClr val="bg1"/>
          </a:solidFill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06DBDCA-3ADF-4233-47A1-D570A08C824E}"/>
              </a:ext>
            </a:extLst>
          </p:cNvPr>
          <p:cNvSpPr txBox="1"/>
          <p:nvPr/>
        </p:nvSpPr>
        <p:spPr>
          <a:xfrm>
            <a:off x="4487485" y="2305603"/>
            <a:ext cx="4149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schemeClr val="bg2">
                    <a:lumMod val="50000"/>
                  </a:schemeClr>
                </a:solidFill>
              </a:rPr>
              <a:t>起送</a:t>
            </a:r>
            <a:endParaRPr lang="en-US" sz="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34A6B41-0240-9520-66E5-05A7B256074C}"/>
              </a:ext>
            </a:extLst>
          </p:cNvPr>
          <p:cNvSpPr/>
          <p:nvPr/>
        </p:nvSpPr>
        <p:spPr>
          <a:xfrm>
            <a:off x="4511446" y="2593895"/>
            <a:ext cx="320040" cy="149370"/>
          </a:xfrm>
          <a:prstGeom prst="rect">
            <a:avLst/>
          </a:prstGeom>
          <a:solidFill>
            <a:schemeClr val="bg1"/>
          </a:solidFill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FB05C6E-58FD-0DCC-EBBF-7ED0D67233B4}"/>
              </a:ext>
            </a:extLst>
          </p:cNvPr>
          <p:cNvSpPr txBox="1"/>
          <p:nvPr/>
        </p:nvSpPr>
        <p:spPr>
          <a:xfrm>
            <a:off x="4484330" y="2559225"/>
            <a:ext cx="4149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schemeClr val="bg2">
                    <a:lumMod val="50000"/>
                  </a:schemeClr>
                </a:solidFill>
              </a:rPr>
              <a:t>起送</a:t>
            </a:r>
            <a:endParaRPr lang="en-US" sz="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E1A9040-44F3-BE81-1941-A2FF4DE45308}"/>
              </a:ext>
            </a:extLst>
          </p:cNvPr>
          <p:cNvSpPr txBox="1"/>
          <p:nvPr/>
        </p:nvSpPr>
        <p:spPr>
          <a:xfrm>
            <a:off x="4819146" y="2297092"/>
            <a:ext cx="8089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schemeClr val="bg2">
                    <a:lumMod val="50000"/>
                  </a:schemeClr>
                </a:solidFill>
              </a:rPr>
              <a:t>最低￥</a:t>
            </a:r>
            <a:r>
              <a:rPr lang="en-US" altLang="zh-CN" sz="800" dirty="0">
                <a:solidFill>
                  <a:schemeClr val="bg2">
                    <a:lumMod val="50000"/>
                  </a:schemeClr>
                </a:solidFill>
              </a:rPr>
              <a:t>15</a:t>
            </a:r>
            <a:r>
              <a:rPr lang="zh-CN" altLang="en-US" sz="800" dirty="0">
                <a:solidFill>
                  <a:schemeClr val="bg2">
                    <a:lumMod val="50000"/>
                  </a:schemeClr>
                </a:solidFill>
              </a:rPr>
              <a:t>起送</a:t>
            </a:r>
            <a:endParaRPr lang="en-US" sz="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D2084C-12E9-F2DD-148F-43ACA9B22ECC}"/>
              </a:ext>
            </a:extLst>
          </p:cNvPr>
          <p:cNvSpPr txBox="1"/>
          <p:nvPr/>
        </p:nvSpPr>
        <p:spPr>
          <a:xfrm>
            <a:off x="4820631" y="2560818"/>
            <a:ext cx="8089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schemeClr val="bg2">
                    <a:lumMod val="50000"/>
                  </a:schemeClr>
                </a:solidFill>
              </a:rPr>
              <a:t>配送费</a:t>
            </a:r>
            <a:r>
              <a:rPr lang="en-US" altLang="zh-CN" sz="800" dirty="0">
                <a:solidFill>
                  <a:schemeClr val="bg2">
                    <a:lumMod val="50000"/>
                  </a:schemeClr>
                </a:solidFill>
              </a:rPr>
              <a:t>: </a:t>
            </a:r>
            <a:r>
              <a:rPr lang="zh-CN" altLang="en-US" sz="800" dirty="0">
                <a:solidFill>
                  <a:schemeClr val="bg2">
                    <a:lumMod val="50000"/>
                  </a:schemeClr>
                </a:solidFill>
              </a:rPr>
              <a:t>￥</a:t>
            </a:r>
            <a:r>
              <a:rPr lang="en-US" altLang="zh-CN" sz="800" dirty="0">
                <a:solidFill>
                  <a:schemeClr val="bg2">
                    <a:lumMod val="50000"/>
                  </a:schemeClr>
                </a:solidFill>
              </a:rPr>
              <a:t>1</a:t>
            </a:r>
            <a:endParaRPr lang="en-US" sz="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4137488-F2D2-906F-462A-85B193910B18}"/>
              </a:ext>
            </a:extLst>
          </p:cNvPr>
          <p:cNvSpPr/>
          <p:nvPr/>
        </p:nvSpPr>
        <p:spPr>
          <a:xfrm>
            <a:off x="4368201" y="3004123"/>
            <a:ext cx="3455598" cy="12452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CE1C28D7-3768-4188-7C48-38530D495BC6}"/>
              </a:ext>
            </a:extLst>
          </p:cNvPr>
          <p:cNvSpPr/>
          <p:nvPr/>
        </p:nvSpPr>
        <p:spPr>
          <a:xfrm rot="5400000">
            <a:off x="4469246" y="3203841"/>
            <a:ext cx="118872" cy="27432"/>
          </a:xfrm>
          <a:prstGeom prst="roundRect">
            <a:avLst>
              <a:gd name="adj" fmla="val 50000"/>
            </a:avLst>
          </a:prstGeom>
          <a:solidFill>
            <a:srgbClr val="AE7F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33FF52B-5033-E273-D841-BFF1D57BE105}"/>
              </a:ext>
            </a:extLst>
          </p:cNvPr>
          <p:cNvSpPr txBox="1"/>
          <p:nvPr/>
        </p:nvSpPr>
        <p:spPr>
          <a:xfrm>
            <a:off x="4514898" y="3088578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>
                <a:latin typeface="Aptos Narrow" panose="020B0004020202020204" pitchFamily="34" charset="0"/>
                <a:cs typeface="Arial" panose="020B0604020202020204" pitchFamily="34" charset="0"/>
              </a:rPr>
              <a:t>店铺信息</a:t>
            </a:r>
            <a:endParaRPr lang="en-US" sz="10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96A8B7A2-CB4F-03A1-EBDC-2C601686BF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27265" y="3383723"/>
            <a:ext cx="128016" cy="128016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7CAA14AC-83AE-ED3A-C930-B2242196D66C}"/>
              </a:ext>
            </a:extLst>
          </p:cNvPr>
          <p:cNvSpPr txBox="1"/>
          <p:nvPr/>
        </p:nvSpPr>
        <p:spPr>
          <a:xfrm>
            <a:off x="4648226" y="3334628"/>
            <a:ext cx="151846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dirty="0">
                <a:solidFill>
                  <a:schemeClr val="bg2">
                    <a:lumMod val="50000"/>
                  </a:schemeClr>
                </a:solidFill>
              </a:rPr>
              <a:t>高新区尚林苑</a:t>
            </a:r>
            <a:r>
              <a:rPr lang="en-US" altLang="zh-CN" sz="700" dirty="0">
                <a:solidFill>
                  <a:schemeClr val="bg2">
                    <a:lumMod val="50000"/>
                  </a:schemeClr>
                </a:solidFill>
              </a:rPr>
              <a:t>E3</a:t>
            </a:r>
            <a:r>
              <a:rPr lang="zh-CN" altLang="en-US" sz="700" dirty="0">
                <a:solidFill>
                  <a:schemeClr val="bg2">
                    <a:lumMod val="50000"/>
                  </a:schemeClr>
                </a:solidFill>
              </a:rPr>
              <a:t>栋</a:t>
            </a:r>
            <a:r>
              <a:rPr lang="en-US" altLang="zh-CN" sz="700" dirty="0">
                <a:solidFill>
                  <a:schemeClr val="bg2">
                    <a:lumMod val="50000"/>
                  </a:schemeClr>
                </a:solidFill>
              </a:rPr>
              <a:t>168</a:t>
            </a:r>
            <a:r>
              <a:rPr lang="zh-CN" altLang="en-US" sz="700" dirty="0">
                <a:solidFill>
                  <a:schemeClr val="bg2">
                    <a:lumMod val="50000"/>
                  </a:schemeClr>
                </a:solidFill>
              </a:rPr>
              <a:t>号商铺</a:t>
            </a:r>
            <a:endParaRPr lang="en-US" sz="7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72B4F72D-608D-231F-C88D-E12BDB56E84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27265" y="3577227"/>
            <a:ext cx="128016" cy="128016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44CC755B-4FD3-99FC-080C-306AF8EBC9C7}"/>
              </a:ext>
            </a:extLst>
          </p:cNvPr>
          <p:cNvSpPr txBox="1"/>
          <p:nvPr/>
        </p:nvSpPr>
        <p:spPr>
          <a:xfrm>
            <a:off x="4648226" y="3533603"/>
            <a:ext cx="140787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dirty="0">
                <a:solidFill>
                  <a:schemeClr val="bg2">
                    <a:lumMod val="50000"/>
                  </a:schemeClr>
                </a:solidFill>
              </a:rPr>
              <a:t>商家品类：</a:t>
            </a:r>
            <a:endParaRPr lang="en-US" sz="7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52B4E841-429B-2BC3-D880-3D73B275D37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27320" y="3775464"/>
            <a:ext cx="128016" cy="128016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0F1285C1-044C-694D-A018-663430150515}"/>
              </a:ext>
            </a:extLst>
          </p:cNvPr>
          <p:cNvSpPr txBox="1"/>
          <p:nvPr/>
        </p:nvSpPr>
        <p:spPr>
          <a:xfrm>
            <a:off x="4648226" y="3740701"/>
            <a:ext cx="147170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dirty="0">
                <a:solidFill>
                  <a:schemeClr val="bg2">
                    <a:lumMod val="50000"/>
                  </a:schemeClr>
                </a:solidFill>
              </a:rPr>
              <a:t>周一至周六  </a:t>
            </a:r>
            <a:r>
              <a:rPr lang="en-US" altLang="zh-CN" sz="700" dirty="0">
                <a:solidFill>
                  <a:schemeClr val="bg2">
                    <a:lumMod val="50000"/>
                  </a:schemeClr>
                </a:solidFill>
              </a:rPr>
              <a:t>0800-2200</a:t>
            </a:r>
            <a:endParaRPr lang="en-US" sz="7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AD9C0C57-D335-7C8B-3A5C-92A1EC6898D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23805" y="3970641"/>
            <a:ext cx="128016" cy="128016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885ADEBE-8611-CBC3-2A1F-F3ACD2398CB7}"/>
              </a:ext>
            </a:extLst>
          </p:cNvPr>
          <p:cNvSpPr txBox="1"/>
          <p:nvPr/>
        </p:nvSpPr>
        <p:spPr>
          <a:xfrm>
            <a:off x="4653550" y="3933220"/>
            <a:ext cx="117165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dirty="0">
                <a:solidFill>
                  <a:schemeClr val="bg2">
                    <a:lumMod val="50000"/>
                  </a:schemeClr>
                </a:solidFill>
              </a:rPr>
              <a:t>1300000000</a:t>
            </a:r>
            <a:endParaRPr lang="en-US" sz="7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9D5D826-6D23-EA4A-5863-1D632AD2CBDC}"/>
              </a:ext>
            </a:extLst>
          </p:cNvPr>
          <p:cNvSpPr/>
          <p:nvPr/>
        </p:nvSpPr>
        <p:spPr>
          <a:xfrm>
            <a:off x="4366403" y="254479"/>
            <a:ext cx="3459193" cy="6349042"/>
          </a:xfrm>
          <a:prstGeom prst="roundRect">
            <a:avLst>
              <a:gd name="adj" fmla="val 744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C208290-656B-923D-ABCC-8AFF959B05D5}"/>
              </a:ext>
            </a:extLst>
          </p:cNvPr>
          <p:cNvCxnSpPr>
            <a:cxnSpLocks/>
          </p:cNvCxnSpPr>
          <p:nvPr/>
        </p:nvCxnSpPr>
        <p:spPr>
          <a:xfrm flipH="1">
            <a:off x="3325741" y="2178557"/>
            <a:ext cx="1131661" cy="57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41AA8E95-0B0A-DEB2-AD28-15949D1E661F}"/>
              </a:ext>
            </a:extLst>
          </p:cNvPr>
          <p:cNvSpPr txBox="1"/>
          <p:nvPr/>
        </p:nvSpPr>
        <p:spPr>
          <a:xfrm>
            <a:off x="1171547" y="1962515"/>
            <a:ext cx="21643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deliveryInformation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62D73EF2-74E6-F6DD-36C5-11498E4181EE}"/>
              </a:ext>
            </a:extLst>
          </p:cNvPr>
          <p:cNvCxnSpPr>
            <a:cxnSpLocks/>
          </p:cNvCxnSpPr>
          <p:nvPr/>
        </p:nvCxnSpPr>
        <p:spPr>
          <a:xfrm flipH="1">
            <a:off x="3326690" y="3177663"/>
            <a:ext cx="1131661" cy="57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1E3EA017-D1F5-8630-C073-637956F21A5D}"/>
              </a:ext>
            </a:extLst>
          </p:cNvPr>
          <p:cNvSpPr txBox="1"/>
          <p:nvPr/>
        </p:nvSpPr>
        <p:spPr>
          <a:xfrm>
            <a:off x="1448536" y="2961621"/>
            <a:ext cx="18517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storeInformation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373AD502-2F05-8373-05D9-10A9E4EE3665}"/>
              </a:ext>
            </a:extLst>
          </p:cNvPr>
          <p:cNvCxnSpPr>
            <a:cxnSpLocks/>
          </p:cNvCxnSpPr>
          <p:nvPr/>
        </p:nvCxnSpPr>
        <p:spPr>
          <a:xfrm flipH="1" flipV="1">
            <a:off x="2931857" y="4044578"/>
            <a:ext cx="1537431" cy="37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C012C6E9-E48D-C93E-830E-2D79534B95BF}"/>
              </a:ext>
            </a:extLst>
          </p:cNvPr>
          <p:cNvSpPr txBox="1"/>
          <p:nvPr/>
        </p:nvSpPr>
        <p:spPr>
          <a:xfrm>
            <a:off x="1387221" y="3837504"/>
            <a:ext cx="15392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telephone.png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36" name="Rectangle: Rounded Corners 19">
            <a:extLst>
              <a:ext uri="{FF2B5EF4-FFF2-40B4-BE49-F238E27FC236}">
                <a16:creationId xmlns:a16="http://schemas.microsoft.com/office/drawing/2014/main" id="{002D947D-1334-9297-52C1-A19332D8407D}"/>
              </a:ext>
            </a:extLst>
          </p:cNvPr>
          <p:cNvSpPr/>
          <p:nvPr/>
        </p:nvSpPr>
        <p:spPr>
          <a:xfrm>
            <a:off x="4368169" y="6189066"/>
            <a:ext cx="3455661" cy="417641"/>
          </a:xfrm>
          <a:custGeom>
            <a:avLst/>
            <a:gdLst>
              <a:gd name="connsiteX0" fmla="*/ 0 w 3459193"/>
              <a:gd name="connsiteY0" fmla="*/ 76268 h 416694"/>
              <a:gd name="connsiteX1" fmla="*/ 76268 w 3459193"/>
              <a:gd name="connsiteY1" fmla="*/ 0 h 416694"/>
              <a:gd name="connsiteX2" fmla="*/ 3382925 w 3459193"/>
              <a:gd name="connsiteY2" fmla="*/ 0 h 416694"/>
              <a:gd name="connsiteX3" fmla="*/ 3459193 w 3459193"/>
              <a:gd name="connsiteY3" fmla="*/ 76268 h 416694"/>
              <a:gd name="connsiteX4" fmla="*/ 3459193 w 3459193"/>
              <a:gd name="connsiteY4" fmla="*/ 340426 h 416694"/>
              <a:gd name="connsiteX5" fmla="*/ 3382925 w 3459193"/>
              <a:gd name="connsiteY5" fmla="*/ 416694 h 416694"/>
              <a:gd name="connsiteX6" fmla="*/ 76268 w 3459193"/>
              <a:gd name="connsiteY6" fmla="*/ 416694 h 416694"/>
              <a:gd name="connsiteX7" fmla="*/ 0 w 3459193"/>
              <a:gd name="connsiteY7" fmla="*/ 340426 h 416694"/>
              <a:gd name="connsiteX8" fmla="*/ 0 w 3459193"/>
              <a:gd name="connsiteY8" fmla="*/ 76268 h 416694"/>
              <a:gd name="connsiteX0" fmla="*/ 98 w 3459291"/>
              <a:gd name="connsiteY0" fmla="*/ 76268 h 416694"/>
              <a:gd name="connsiteX1" fmla="*/ 38266 w 3459291"/>
              <a:gd name="connsiteY1" fmla="*/ 0 h 416694"/>
              <a:gd name="connsiteX2" fmla="*/ 3383023 w 3459291"/>
              <a:gd name="connsiteY2" fmla="*/ 0 h 416694"/>
              <a:gd name="connsiteX3" fmla="*/ 3459291 w 3459291"/>
              <a:gd name="connsiteY3" fmla="*/ 76268 h 416694"/>
              <a:gd name="connsiteX4" fmla="*/ 3459291 w 3459291"/>
              <a:gd name="connsiteY4" fmla="*/ 340426 h 416694"/>
              <a:gd name="connsiteX5" fmla="*/ 3383023 w 3459291"/>
              <a:gd name="connsiteY5" fmla="*/ 416694 h 416694"/>
              <a:gd name="connsiteX6" fmla="*/ 76366 w 3459291"/>
              <a:gd name="connsiteY6" fmla="*/ 416694 h 416694"/>
              <a:gd name="connsiteX7" fmla="*/ 98 w 3459291"/>
              <a:gd name="connsiteY7" fmla="*/ 340426 h 416694"/>
              <a:gd name="connsiteX8" fmla="*/ 98 w 3459291"/>
              <a:gd name="connsiteY8" fmla="*/ 76268 h 416694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382925 w 3459193"/>
              <a:gd name="connsiteY2" fmla="*/ 2272 h 418966"/>
              <a:gd name="connsiteX3" fmla="*/ 3459193 w 3459193"/>
              <a:gd name="connsiteY3" fmla="*/ 785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470"/>
              <a:gd name="connsiteY0" fmla="*/ 30280 h 418966"/>
              <a:gd name="connsiteX1" fmla="*/ 38168 w 3459470"/>
              <a:gd name="connsiteY1" fmla="*/ 2272 h 418966"/>
              <a:gd name="connsiteX2" fmla="*/ 3422930 w 3459470"/>
              <a:gd name="connsiteY2" fmla="*/ 367 h 418966"/>
              <a:gd name="connsiteX3" fmla="*/ 3459193 w 3459470"/>
              <a:gd name="connsiteY3" fmla="*/ 78540 h 418966"/>
              <a:gd name="connsiteX4" fmla="*/ 3459193 w 3459470"/>
              <a:gd name="connsiteY4" fmla="*/ 342698 h 418966"/>
              <a:gd name="connsiteX5" fmla="*/ 3382925 w 3459470"/>
              <a:gd name="connsiteY5" fmla="*/ 418966 h 418966"/>
              <a:gd name="connsiteX6" fmla="*/ 76268 w 3459470"/>
              <a:gd name="connsiteY6" fmla="*/ 418966 h 418966"/>
              <a:gd name="connsiteX7" fmla="*/ 0 w 3459470"/>
              <a:gd name="connsiteY7" fmla="*/ 342698 h 418966"/>
              <a:gd name="connsiteX8" fmla="*/ 2540 w 3459470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01010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301010 w 3461098"/>
              <a:gd name="connsiteY5" fmla="*/ 418966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25529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20778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9194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342698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163946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162040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0363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9252"/>
              <a:gd name="connsiteX1" fmla="*/ 36262 w 3457565"/>
              <a:gd name="connsiteY1" fmla="*/ 2272 h 419252"/>
              <a:gd name="connsiteX2" fmla="*/ 3421024 w 3457565"/>
              <a:gd name="connsiteY2" fmla="*/ 367 h 419252"/>
              <a:gd name="connsiteX3" fmla="*/ 3457288 w 3457565"/>
              <a:gd name="connsiteY3" fmla="*/ 40440 h 419252"/>
              <a:gd name="connsiteX4" fmla="*/ 3457286 w 3457565"/>
              <a:gd name="connsiteY4" fmla="*/ 196013 h 419252"/>
              <a:gd name="connsiteX5" fmla="*/ 3192424 w 3457565"/>
              <a:gd name="connsiteY5" fmla="*/ 417061 h 419252"/>
              <a:gd name="connsiteX6" fmla="*/ 242094 w 3457565"/>
              <a:gd name="connsiteY6" fmla="*/ 418966 h 419252"/>
              <a:gd name="connsiteX7" fmla="*/ 0 w 3457565"/>
              <a:gd name="connsiteY7" fmla="*/ 192202 h 419252"/>
              <a:gd name="connsiteX8" fmla="*/ 634 w 3457565"/>
              <a:gd name="connsiteY8" fmla="*/ 30280 h 419252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374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3740 h 417643"/>
              <a:gd name="connsiteX0" fmla="*/ 634 w 3457565"/>
              <a:gd name="connsiteY0" fmla="*/ 3755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7550 h 417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57565" h="417643">
                <a:moveTo>
                  <a:pt x="634" y="37550"/>
                </a:moveTo>
                <a:cubicBezTo>
                  <a:pt x="634" y="-4572"/>
                  <a:pt x="-5860" y="1922"/>
                  <a:pt x="36262" y="1922"/>
                </a:cubicBezTo>
                <a:lnTo>
                  <a:pt x="3421024" y="17"/>
                </a:lnTo>
                <a:cubicBezTo>
                  <a:pt x="3463146" y="17"/>
                  <a:pt x="3457288" y="-2032"/>
                  <a:pt x="3457288" y="40090"/>
                </a:cubicBezTo>
                <a:cubicBezTo>
                  <a:pt x="3457923" y="91948"/>
                  <a:pt x="3456651" y="143805"/>
                  <a:pt x="3457286" y="195663"/>
                </a:cubicBezTo>
                <a:cubicBezTo>
                  <a:pt x="3438236" y="363515"/>
                  <a:pt x="3278361" y="426236"/>
                  <a:pt x="3192424" y="416711"/>
                </a:cubicBezTo>
                <a:lnTo>
                  <a:pt x="264967" y="416711"/>
                </a:lnTo>
                <a:cubicBezTo>
                  <a:pt x="163757" y="426236"/>
                  <a:pt x="9530" y="344465"/>
                  <a:pt x="0" y="191852"/>
                </a:cubicBezTo>
                <a:cubicBezTo>
                  <a:pt x="847" y="87713"/>
                  <a:pt x="-213" y="141689"/>
                  <a:pt x="634" y="3755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7299BDB-7C62-FFFB-18AD-B7569CA79C9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77075" y="6284058"/>
            <a:ext cx="228600" cy="2286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6335A98-ACB2-DEAA-A403-D28FA1BEFBB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1749" y="6282052"/>
            <a:ext cx="228600" cy="2286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8A9D788-09FD-3D7F-0AAC-F82D2C0C1A7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31486" y="6276838"/>
            <a:ext cx="228600" cy="2286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0AAF5B71-2564-67C3-38E6-28EE55F6A83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05781" y="6282052"/>
            <a:ext cx="228600" cy="228600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F0003C7-77EC-315D-9D74-B7233175C74D}"/>
              </a:ext>
            </a:extLst>
          </p:cNvPr>
          <p:cNvCxnSpPr>
            <a:cxnSpLocks/>
          </p:cNvCxnSpPr>
          <p:nvPr/>
        </p:nvCxnSpPr>
        <p:spPr>
          <a:xfrm flipH="1" flipV="1">
            <a:off x="2942266" y="3838733"/>
            <a:ext cx="1537431" cy="37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6FA184FB-2C7E-2783-EC60-7BB844675591}"/>
              </a:ext>
            </a:extLst>
          </p:cNvPr>
          <p:cNvSpPr txBox="1"/>
          <p:nvPr/>
        </p:nvSpPr>
        <p:spPr>
          <a:xfrm>
            <a:off x="1178831" y="3622173"/>
            <a:ext cx="17475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alarm-clock.png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5ECFBA5-4646-3EB1-E960-9C8E60A9B67A}"/>
              </a:ext>
            </a:extLst>
          </p:cNvPr>
          <p:cNvCxnSpPr>
            <a:cxnSpLocks/>
          </p:cNvCxnSpPr>
          <p:nvPr/>
        </p:nvCxnSpPr>
        <p:spPr>
          <a:xfrm flipH="1" flipV="1">
            <a:off x="2931857" y="3594518"/>
            <a:ext cx="1537431" cy="37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F59B1B40-86BD-84E6-E765-AF4461A297C5}"/>
              </a:ext>
            </a:extLst>
          </p:cNvPr>
          <p:cNvSpPr txBox="1"/>
          <p:nvPr/>
        </p:nvSpPr>
        <p:spPr>
          <a:xfrm>
            <a:off x="1804002" y="3388549"/>
            <a:ext cx="1122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store.png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E92FE95-480B-BDF9-8AFF-749D4030802D}"/>
              </a:ext>
            </a:extLst>
          </p:cNvPr>
          <p:cNvCxnSpPr>
            <a:cxnSpLocks/>
          </p:cNvCxnSpPr>
          <p:nvPr/>
        </p:nvCxnSpPr>
        <p:spPr>
          <a:xfrm flipH="1" flipV="1">
            <a:off x="2942266" y="3397374"/>
            <a:ext cx="1537431" cy="37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F6F9B546-88C2-137A-A89F-4586D6DE893A}"/>
              </a:ext>
            </a:extLst>
          </p:cNvPr>
          <p:cNvSpPr txBox="1"/>
          <p:nvPr/>
        </p:nvSpPr>
        <p:spPr>
          <a:xfrm>
            <a:off x="1501823" y="3193944"/>
            <a:ext cx="14350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location.png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EE953AF-B9C1-3A58-B2A5-668A204DB6FF}"/>
              </a:ext>
            </a:extLst>
          </p:cNvPr>
          <p:cNvSpPr txBox="1"/>
          <p:nvPr/>
        </p:nvSpPr>
        <p:spPr>
          <a:xfrm>
            <a:off x="8467994" y="5782614"/>
            <a:ext cx="363486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submitButton</a:t>
            </a:r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 {radius:50%; </a:t>
            </a:r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background-color:rbg</a:t>
            </a:r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(174,127,85)}</a:t>
            </a:r>
            <a:endParaRPr lang="en-US" sz="16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C9FDCF4-7D58-61C5-2E3E-C9564B2A0972}"/>
              </a:ext>
            </a:extLst>
          </p:cNvPr>
          <p:cNvSpPr txBox="1"/>
          <p:nvPr/>
        </p:nvSpPr>
        <p:spPr>
          <a:xfrm>
            <a:off x="2092299" y="5726910"/>
            <a:ext cx="1018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cart.png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13892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7E6125A9-8A2D-2DA1-2996-B0661AF63EA3}"/>
              </a:ext>
            </a:extLst>
          </p:cNvPr>
          <p:cNvSpPr/>
          <p:nvPr/>
        </p:nvSpPr>
        <p:spPr>
          <a:xfrm>
            <a:off x="2175299" y="1177571"/>
            <a:ext cx="3455598" cy="50011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E6E1CC-0717-B3CA-CE9E-8932FA17157D}"/>
              </a:ext>
            </a:extLst>
          </p:cNvPr>
          <p:cNvSpPr txBox="1"/>
          <p:nvPr/>
        </p:nvSpPr>
        <p:spPr>
          <a:xfrm>
            <a:off x="0" y="0"/>
            <a:ext cx="14350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readyToOrder</a:t>
            </a:r>
            <a:endParaRPr lang="en-US" altLang="zh-CN" sz="16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B61E64-4F91-1808-270B-B71A74E6B8ED}"/>
              </a:ext>
            </a:extLst>
          </p:cNvPr>
          <p:cNvSpPr/>
          <p:nvPr/>
        </p:nvSpPr>
        <p:spPr>
          <a:xfrm>
            <a:off x="2175299" y="662185"/>
            <a:ext cx="3455598" cy="10668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19">
            <a:extLst>
              <a:ext uri="{FF2B5EF4-FFF2-40B4-BE49-F238E27FC236}">
                <a16:creationId xmlns:a16="http://schemas.microsoft.com/office/drawing/2014/main" id="{710B155B-E2C4-9C9F-4B06-93DC00F07FD2}"/>
              </a:ext>
            </a:extLst>
          </p:cNvPr>
          <p:cNvSpPr/>
          <p:nvPr/>
        </p:nvSpPr>
        <p:spPr>
          <a:xfrm rot="10800000">
            <a:off x="2175299" y="254479"/>
            <a:ext cx="3455661" cy="417641"/>
          </a:xfrm>
          <a:custGeom>
            <a:avLst/>
            <a:gdLst>
              <a:gd name="connsiteX0" fmla="*/ 0 w 3459193"/>
              <a:gd name="connsiteY0" fmla="*/ 76268 h 416694"/>
              <a:gd name="connsiteX1" fmla="*/ 76268 w 3459193"/>
              <a:gd name="connsiteY1" fmla="*/ 0 h 416694"/>
              <a:gd name="connsiteX2" fmla="*/ 3382925 w 3459193"/>
              <a:gd name="connsiteY2" fmla="*/ 0 h 416694"/>
              <a:gd name="connsiteX3" fmla="*/ 3459193 w 3459193"/>
              <a:gd name="connsiteY3" fmla="*/ 76268 h 416694"/>
              <a:gd name="connsiteX4" fmla="*/ 3459193 w 3459193"/>
              <a:gd name="connsiteY4" fmla="*/ 340426 h 416694"/>
              <a:gd name="connsiteX5" fmla="*/ 3382925 w 3459193"/>
              <a:gd name="connsiteY5" fmla="*/ 416694 h 416694"/>
              <a:gd name="connsiteX6" fmla="*/ 76268 w 3459193"/>
              <a:gd name="connsiteY6" fmla="*/ 416694 h 416694"/>
              <a:gd name="connsiteX7" fmla="*/ 0 w 3459193"/>
              <a:gd name="connsiteY7" fmla="*/ 340426 h 416694"/>
              <a:gd name="connsiteX8" fmla="*/ 0 w 3459193"/>
              <a:gd name="connsiteY8" fmla="*/ 76268 h 416694"/>
              <a:gd name="connsiteX0" fmla="*/ 98 w 3459291"/>
              <a:gd name="connsiteY0" fmla="*/ 76268 h 416694"/>
              <a:gd name="connsiteX1" fmla="*/ 38266 w 3459291"/>
              <a:gd name="connsiteY1" fmla="*/ 0 h 416694"/>
              <a:gd name="connsiteX2" fmla="*/ 3383023 w 3459291"/>
              <a:gd name="connsiteY2" fmla="*/ 0 h 416694"/>
              <a:gd name="connsiteX3" fmla="*/ 3459291 w 3459291"/>
              <a:gd name="connsiteY3" fmla="*/ 76268 h 416694"/>
              <a:gd name="connsiteX4" fmla="*/ 3459291 w 3459291"/>
              <a:gd name="connsiteY4" fmla="*/ 340426 h 416694"/>
              <a:gd name="connsiteX5" fmla="*/ 3383023 w 3459291"/>
              <a:gd name="connsiteY5" fmla="*/ 416694 h 416694"/>
              <a:gd name="connsiteX6" fmla="*/ 76366 w 3459291"/>
              <a:gd name="connsiteY6" fmla="*/ 416694 h 416694"/>
              <a:gd name="connsiteX7" fmla="*/ 98 w 3459291"/>
              <a:gd name="connsiteY7" fmla="*/ 340426 h 416694"/>
              <a:gd name="connsiteX8" fmla="*/ 98 w 3459291"/>
              <a:gd name="connsiteY8" fmla="*/ 76268 h 416694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382925 w 3459193"/>
              <a:gd name="connsiteY2" fmla="*/ 2272 h 418966"/>
              <a:gd name="connsiteX3" fmla="*/ 3459193 w 3459193"/>
              <a:gd name="connsiteY3" fmla="*/ 785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470"/>
              <a:gd name="connsiteY0" fmla="*/ 30280 h 418966"/>
              <a:gd name="connsiteX1" fmla="*/ 38168 w 3459470"/>
              <a:gd name="connsiteY1" fmla="*/ 2272 h 418966"/>
              <a:gd name="connsiteX2" fmla="*/ 3422930 w 3459470"/>
              <a:gd name="connsiteY2" fmla="*/ 367 h 418966"/>
              <a:gd name="connsiteX3" fmla="*/ 3459193 w 3459470"/>
              <a:gd name="connsiteY3" fmla="*/ 78540 h 418966"/>
              <a:gd name="connsiteX4" fmla="*/ 3459193 w 3459470"/>
              <a:gd name="connsiteY4" fmla="*/ 342698 h 418966"/>
              <a:gd name="connsiteX5" fmla="*/ 3382925 w 3459470"/>
              <a:gd name="connsiteY5" fmla="*/ 418966 h 418966"/>
              <a:gd name="connsiteX6" fmla="*/ 76268 w 3459470"/>
              <a:gd name="connsiteY6" fmla="*/ 418966 h 418966"/>
              <a:gd name="connsiteX7" fmla="*/ 0 w 3459470"/>
              <a:gd name="connsiteY7" fmla="*/ 342698 h 418966"/>
              <a:gd name="connsiteX8" fmla="*/ 2540 w 3459470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01010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301010 w 3461098"/>
              <a:gd name="connsiteY5" fmla="*/ 418966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25529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20778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9194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342698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163946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162040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0363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9252"/>
              <a:gd name="connsiteX1" fmla="*/ 36262 w 3457565"/>
              <a:gd name="connsiteY1" fmla="*/ 2272 h 419252"/>
              <a:gd name="connsiteX2" fmla="*/ 3421024 w 3457565"/>
              <a:gd name="connsiteY2" fmla="*/ 367 h 419252"/>
              <a:gd name="connsiteX3" fmla="*/ 3457288 w 3457565"/>
              <a:gd name="connsiteY3" fmla="*/ 40440 h 419252"/>
              <a:gd name="connsiteX4" fmla="*/ 3457286 w 3457565"/>
              <a:gd name="connsiteY4" fmla="*/ 196013 h 419252"/>
              <a:gd name="connsiteX5" fmla="*/ 3192424 w 3457565"/>
              <a:gd name="connsiteY5" fmla="*/ 417061 h 419252"/>
              <a:gd name="connsiteX6" fmla="*/ 242094 w 3457565"/>
              <a:gd name="connsiteY6" fmla="*/ 418966 h 419252"/>
              <a:gd name="connsiteX7" fmla="*/ 0 w 3457565"/>
              <a:gd name="connsiteY7" fmla="*/ 192202 h 419252"/>
              <a:gd name="connsiteX8" fmla="*/ 634 w 3457565"/>
              <a:gd name="connsiteY8" fmla="*/ 30280 h 419252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374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3740 h 417643"/>
              <a:gd name="connsiteX0" fmla="*/ 634 w 3457565"/>
              <a:gd name="connsiteY0" fmla="*/ 3755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7550 h 417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57565" h="417643">
                <a:moveTo>
                  <a:pt x="634" y="37550"/>
                </a:moveTo>
                <a:cubicBezTo>
                  <a:pt x="634" y="-4572"/>
                  <a:pt x="-5860" y="1922"/>
                  <a:pt x="36262" y="1922"/>
                </a:cubicBezTo>
                <a:lnTo>
                  <a:pt x="3421024" y="17"/>
                </a:lnTo>
                <a:cubicBezTo>
                  <a:pt x="3463146" y="17"/>
                  <a:pt x="3457288" y="-2032"/>
                  <a:pt x="3457288" y="40090"/>
                </a:cubicBezTo>
                <a:cubicBezTo>
                  <a:pt x="3457923" y="91948"/>
                  <a:pt x="3456651" y="143805"/>
                  <a:pt x="3457286" y="195663"/>
                </a:cubicBezTo>
                <a:cubicBezTo>
                  <a:pt x="3438236" y="363515"/>
                  <a:pt x="3278361" y="426236"/>
                  <a:pt x="3192424" y="416711"/>
                </a:cubicBezTo>
                <a:lnTo>
                  <a:pt x="264967" y="416711"/>
                </a:lnTo>
                <a:cubicBezTo>
                  <a:pt x="163757" y="426236"/>
                  <a:pt x="9530" y="344465"/>
                  <a:pt x="0" y="191852"/>
                </a:cubicBezTo>
                <a:cubicBezTo>
                  <a:pt x="847" y="87713"/>
                  <a:pt x="-213" y="141689"/>
                  <a:pt x="634" y="375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6C8956-A5C7-51D0-1F0F-61EA96AC0474}"/>
              </a:ext>
            </a:extLst>
          </p:cNvPr>
          <p:cNvSpPr txBox="1"/>
          <p:nvPr/>
        </p:nvSpPr>
        <p:spPr>
          <a:xfrm>
            <a:off x="3453490" y="313407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确认订单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6AE6573-DBA5-A15E-4FD0-FC2CD4576C12}"/>
              </a:ext>
            </a:extLst>
          </p:cNvPr>
          <p:cNvSpPr/>
          <p:nvPr/>
        </p:nvSpPr>
        <p:spPr>
          <a:xfrm>
            <a:off x="4929004" y="342725"/>
            <a:ext cx="618621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D0D69E-AC9F-6FEA-2561-83B6EB8226CB}"/>
              </a:ext>
            </a:extLst>
          </p:cNvPr>
          <p:cNvCxnSpPr>
            <a:cxnSpLocks/>
          </p:cNvCxnSpPr>
          <p:nvPr/>
        </p:nvCxnSpPr>
        <p:spPr>
          <a:xfrm>
            <a:off x="5238251" y="383726"/>
            <a:ext cx="63" cy="16047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9C18A4B-F1AF-BD89-B204-1649CACC9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5439" y="393486"/>
            <a:ext cx="131536" cy="131536"/>
          </a:xfrm>
          <a:prstGeom prst="rect">
            <a:avLst/>
          </a:prstGeom>
        </p:spPr>
      </p:pic>
      <p:pic>
        <p:nvPicPr>
          <p:cNvPr id="10" name="Picture 9" descr="A row of dots on a black background&#10;&#10;AI-generated content may be incorrect.">
            <a:extLst>
              <a:ext uri="{FF2B5EF4-FFF2-40B4-BE49-F238E27FC236}">
                <a16:creationId xmlns:a16="http://schemas.microsoft.com/office/drawing/2014/main" id="{8076739F-0A94-9907-DD7E-033EB8EC04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213" y="390331"/>
            <a:ext cx="146304" cy="146304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3A5AEFE-6096-1521-5927-AF438DEABD4D}"/>
              </a:ext>
            </a:extLst>
          </p:cNvPr>
          <p:cNvSpPr/>
          <p:nvPr/>
        </p:nvSpPr>
        <p:spPr>
          <a:xfrm>
            <a:off x="4391862" y="767731"/>
            <a:ext cx="1100674" cy="307777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50" b="1" dirty="0">
                <a:solidFill>
                  <a:schemeClr val="tx1"/>
                </a:solidFill>
              </a:rPr>
              <a:t> 自取</a:t>
            </a:r>
            <a:endParaRPr lang="en-US" sz="1050" b="1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8C68019-66FB-FE42-D3BE-D6B27C8E6157}"/>
              </a:ext>
            </a:extLst>
          </p:cNvPr>
          <p:cNvSpPr/>
          <p:nvPr/>
        </p:nvSpPr>
        <p:spPr>
          <a:xfrm>
            <a:off x="4942925" y="798175"/>
            <a:ext cx="523984" cy="246888"/>
          </a:xfrm>
          <a:prstGeom prst="roundRect">
            <a:avLst>
              <a:gd name="adj" fmla="val 50000"/>
            </a:avLst>
          </a:prstGeom>
          <a:solidFill>
            <a:srgbClr val="AE7F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b="1" dirty="0">
                <a:solidFill>
                  <a:schemeClr val="bg1"/>
                </a:solidFill>
              </a:rPr>
              <a:t>外卖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36" name="Rectangle: Rounded Corners 19">
            <a:extLst>
              <a:ext uri="{FF2B5EF4-FFF2-40B4-BE49-F238E27FC236}">
                <a16:creationId xmlns:a16="http://schemas.microsoft.com/office/drawing/2014/main" id="{002D947D-1334-9297-52C1-A19332D8407D}"/>
              </a:ext>
            </a:extLst>
          </p:cNvPr>
          <p:cNvSpPr/>
          <p:nvPr/>
        </p:nvSpPr>
        <p:spPr>
          <a:xfrm>
            <a:off x="2177065" y="6189066"/>
            <a:ext cx="3455661" cy="417641"/>
          </a:xfrm>
          <a:custGeom>
            <a:avLst/>
            <a:gdLst>
              <a:gd name="connsiteX0" fmla="*/ 0 w 3459193"/>
              <a:gd name="connsiteY0" fmla="*/ 76268 h 416694"/>
              <a:gd name="connsiteX1" fmla="*/ 76268 w 3459193"/>
              <a:gd name="connsiteY1" fmla="*/ 0 h 416694"/>
              <a:gd name="connsiteX2" fmla="*/ 3382925 w 3459193"/>
              <a:gd name="connsiteY2" fmla="*/ 0 h 416694"/>
              <a:gd name="connsiteX3" fmla="*/ 3459193 w 3459193"/>
              <a:gd name="connsiteY3" fmla="*/ 76268 h 416694"/>
              <a:gd name="connsiteX4" fmla="*/ 3459193 w 3459193"/>
              <a:gd name="connsiteY4" fmla="*/ 340426 h 416694"/>
              <a:gd name="connsiteX5" fmla="*/ 3382925 w 3459193"/>
              <a:gd name="connsiteY5" fmla="*/ 416694 h 416694"/>
              <a:gd name="connsiteX6" fmla="*/ 76268 w 3459193"/>
              <a:gd name="connsiteY6" fmla="*/ 416694 h 416694"/>
              <a:gd name="connsiteX7" fmla="*/ 0 w 3459193"/>
              <a:gd name="connsiteY7" fmla="*/ 340426 h 416694"/>
              <a:gd name="connsiteX8" fmla="*/ 0 w 3459193"/>
              <a:gd name="connsiteY8" fmla="*/ 76268 h 416694"/>
              <a:gd name="connsiteX0" fmla="*/ 98 w 3459291"/>
              <a:gd name="connsiteY0" fmla="*/ 76268 h 416694"/>
              <a:gd name="connsiteX1" fmla="*/ 38266 w 3459291"/>
              <a:gd name="connsiteY1" fmla="*/ 0 h 416694"/>
              <a:gd name="connsiteX2" fmla="*/ 3383023 w 3459291"/>
              <a:gd name="connsiteY2" fmla="*/ 0 h 416694"/>
              <a:gd name="connsiteX3" fmla="*/ 3459291 w 3459291"/>
              <a:gd name="connsiteY3" fmla="*/ 76268 h 416694"/>
              <a:gd name="connsiteX4" fmla="*/ 3459291 w 3459291"/>
              <a:gd name="connsiteY4" fmla="*/ 340426 h 416694"/>
              <a:gd name="connsiteX5" fmla="*/ 3383023 w 3459291"/>
              <a:gd name="connsiteY5" fmla="*/ 416694 h 416694"/>
              <a:gd name="connsiteX6" fmla="*/ 76366 w 3459291"/>
              <a:gd name="connsiteY6" fmla="*/ 416694 h 416694"/>
              <a:gd name="connsiteX7" fmla="*/ 98 w 3459291"/>
              <a:gd name="connsiteY7" fmla="*/ 340426 h 416694"/>
              <a:gd name="connsiteX8" fmla="*/ 98 w 3459291"/>
              <a:gd name="connsiteY8" fmla="*/ 76268 h 416694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382925 w 3459193"/>
              <a:gd name="connsiteY2" fmla="*/ 2272 h 418966"/>
              <a:gd name="connsiteX3" fmla="*/ 3459193 w 3459193"/>
              <a:gd name="connsiteY3" fmla="*/ 785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470"/>
              <a:gd name="connsiteY0" fmla="*/ 30280 h 418966"/>
              <a:gd name="connsiteX1" fmla="*/ 38168 w 3459470"/>
              <a:gd name="connsiteY1" fmla="*/ 2272 h 418966"/>
              <a:gd name="connsiteX2" fmla="*/ 3422930 w 3459470"/>
              <a:gd name="connsiteY2" fmla="*/ 367 h 418966"/>
              <a:gd name="connsiteX3" fmla="*/ 3459193 w 3459470"/>
              <a:gd name="connsiteY3" fmla="*/ 78540 h 418966"/>
              <a:gd name="connsiteX4" fmla="*/ 3459193 w 3459470"/>
              <a:gd name="connsiteY4" fmla="*/ 342698 h 418966"/>
              <a:gd name="connsiteX5" fmla="*/ 3382925 w 3459470"/>
              <a:gd name="connsiteY5" fmla="*/ 418966 h 418966"/>
              <a:gd name="connsiteX6" fmla="*/ 76268 w 3459470"/>
              <a:gd name="connsiteY6" fmla="*/ 418966 h 418966"/>
              <a:gd name="connsiteX7" fmla="*/ 0 w 3459470"/>
              <a:gd name="connsiteY7" fmla="*/ 342698 h 418966"/>
              <a:gd name="connsiteX8" fmla="*/ 2540 w 3459470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01010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301010 w 3461098"/>
              <a:gd name="connsiteY5" fmla="*/ 418966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25529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20778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9194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342698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163946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162040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0363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9252"/>
              <a:gd name="connsiteX1" fmla="*/ 36262 w 3457565"/>
              <a:gd name="connsiteY1" fmla="*/ 2272 h 419252"/>
              <a:gd name="connsiteX2" fmla="*/ 3421024 w 3457565"/>
              <a:gd name="connsiteY2" fmla="*/ 367 h 419252"/>
              <a:gd name="connsiteX3" fmla="*/ 3457288 w 3457565"/>
              <a:gd name="connsiteY3" fmla="*/ 40440 h 419252"/>
              <a:gd name="connsiteX4" fmla="*/ 3457286 w 3457565"/>
              <a:gd name="connsiteY4" fmla="*/ 196013 h 419252"/>
              <a:gd name="connsiteX5" fmla="*/ 3192424 w 3457565"/>
              <a:gd name="connsiteY5" fmla="*/ 417061 h 419252"/>
              <a:gd name="connsiteX6" fmla="*/ 242094 w 3457565"/>
              <a:gd name="connsiteY6" fmla="*/ 418966 h 419252"/>
              <a:gd name="connsiteX7" fmla="*/ 0 w 3457565"/>
              <a:gd name="connsiteY7" fmla="*/ 192202 h 419252"/>
              <a:gd name="connsiteX8" fmla="*/ 634 w 3457565"/>
              <a:gd name="connsiteY8" fmla="*/ 30280 h 419252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374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3740 h 417643"/>
              <a:gd name="connsiteX0" fmla="*/ 634 w 3457565"/>
              <a:gd name="connsiteY0" fmla="*/ 3755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7550 h 417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57565" h="417643">
                <a:moveTo>
                  <a:pt x="634" y="37550"/>
                </a:moveTo>
                <a:cubicBezTo>
                  <a:pt x="634" y="-4572"/>
                  <a:pt x="-5860" y="1922"/>
                  <a:pt x="36262" y="1922"/>
                </a:cubicBezTo>
                <a:lnTo>
                  <a:pt x="3421024" y="17"/>
                </a:lnTo>
                <a:cubicBezTo>
                  <a:pt x="3463146" y="17"/>
                  <a:pt x="3457288" y="-2032"/>
                  <a:pt x="3457288" y="40090"/>
                </a:cubicBezTo>
                <a:cubicBezTo>
                  <a:pt x="3457923" y="91948"/>
                  <a:pt x="3456651" y="143805"/>
                  <a:pt x="3457286" y="195663"/>
                </a:cubicBezTo>
                <a:cubicBezTo>
                  <a:pt x="3438236" y="363515"/>
                  <a:pt x="3278361" y="426236"/>
                  <a:pt x="3192424" y="416711"/>
                </a:cubicBezTo>
                <a:lnTo>
                  <a:pt x="264967" y="416711"/>
                </a:lnTo>
                <a:cubicBezTo>
                  <a:pt x="163757" y="426236"/>
                  <a:pt x="9530" y="344465"/>
                  <a:pt x="0" y="191852"/>
                </a:cubicBezTo>
                <a:cubicBezTo>
                  <a:pt x="847" y="87713"/>
                  <a:pt x="-213" y="141689"/>
                  <a:pt x="634" y="3755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D6335A98-ACB2-DEAA-A403-D28FA1BEFB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0645" y="6282052"/>
            <a:ext cx="228600" cy="2286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8A9D788-09FD-3D7F-0AAC-F82D2C0C1A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40382" y="6276838"/>
            <a:ext cx="228600" cy="2286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0AAF5B71-2564-67C3-38E6-28EE55F6A8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4677" y="6282052"/>
            <a:ext cx="228600" cy="22860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3EAE20BC-1048-B16B-51CB-05FA1F5820D5}"/>
              </a:ext>
            </a:extLst>
          </p:cNvPr>
          <p:cNvSpPr txBox="1"/>
          <p:nvPr/>
        </p:nvSpPr>
        <p:spPr>
          <a:xfrm>
            <a:off x="2254610" y="313407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F02A239-7B08-82CE-4DF2-F1B5A55A0C81}"/>
              </a:ext>
            </a:extLst>
          </p:cNvPr>
          <p:cNvSpPr txBox="1"/>
          <p:nvPr/>
        </p:nvSpPr>
        <p:spPr>
          <a:xfrm>
            <a:off x="2239850" y="1136801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chemeClr val="accent2"/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请选择收货地址</a:t>
            </a:r>
            <a:endParaRPr lang="en-US" sz="1200" b="1" dirty="0">
              <a:solidFill>
                <a:schemeClr val="accent2"/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B56CDB5-6CD1-6029-3CDE-E0C753908B84}"/>
              </a:ext>
            </a:extLst>
          </p:cNvPr>
          <p:cNvSpPr txBox="1"/>
          <p:nvPr/>
        </p:nvSpPr>
        <p:spPr>
          <a:xfrm>
            <a:off x="5260937" y="1136801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&gt;</a:t>
            </a:r>
            <a:endParaRPr lang="en-US" sz="1200" b="1" dirty="0">
              <a:solidFill>
                <a:schemeClr val="bg1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37F8DA0-589F-0523-0F90-30193502C7B4}"/>
              </a:ext>
            </a:extLst>
          </p:cNvPr>
          <p:cNvSpPr txBox="1"/>
          <p:nvPr/>
        </p:nvSpPr>
        <p:spPr>
          <a:xfrm>
            <a:off x="2283128" y="1413800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立即送出</a:t>
            </a:r>
            <a:endParaRPr lang="en-US" sz="1000" b="1" dirty="0">
              <a:solidFill>
                <a:schemeClr val="tx1">
                  <a:lumMod val="50000"/>
                  <a:lumOff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B55002F-B4E8-68D9-EDCB-05B6BB075B99}"/>
              </a:ext>
            </a:extLst>
          </p:cNvPr>
          <p:cNvSpPr txBox="1"/>
          <p:nvPr/>
        </p:nvSpPr>
        <p:spPr>
          <a:xfrm>
            <a:off x="4155061" y="1411271"/>
            <a:ext cx="14205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>
                <a:solidFill>
                  <a:srgbClr val="00B050"/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约</a:t>
            </a:r>
            <a:r>
              <a:rPr lang="en-US" altLang="zh-CN" sz="1000" b="1" dirty="0">
                <a:solidFill>
                  <a:srgbClr val="00B050"/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17:12 – 17:27</a:t>
            </a:r>
            <a:r>
              <a:rPr lang="zh-CN" altLang="en-US" sz="1000" b="1" dirty="0">
                <a:solidFill>
                  <a:srgbClr val="00B050"/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送达 </a:t>
            </a:r>
            <a:r>
              <a:rPr lang="en-US" altLang="zh-CN" sz="1000" b="1" dirty="0">
                <a:solidFill>
                  <a:srgbClr val="00B050"/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&gt;</a:t>
            </a:r>
            <a:endParaRPr lang="en-US" sz="1000" b="1" dirty="0">
              <a:solidFill>
                <a:schemeClr val="bg1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785F9E2-D0DF-5986-B2A0-C32EAAF8198D}"/>
              </a:ext>
            </a:extLst>
          </p:cNvPr>
          <p:cNvSpPr/>
          <p:nvPr/>
        </p:nvSpPr>
        <p:spPr>
          <a:xfrm>
            <a:off x="2175299" y="1851122"/>
            <a:ext cx="3455598" cy="23671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DE6FD18-D978-80C5-D0F0-C78BBFD3D19C}"/>
              </a:ext>
            </a:extLst>
          </p:cNvPr>
          <p:cNvSpPr txBox="1"/>
          <p:nvPr/>
        </p:nvSpPr>
        <p:spPr>
          <a:xfrm>
            <a:off x="2253483" y="1933085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latin typeface="Aptos Narrow" panose="020B0004020202020204" pitchFamily="34" charset="0"/>
                <a:cs typeface="Arial" panose="020B0604020202020204" pitchFamily="34" charset="0"/>
              </a:rPr>
              <a:t>确认订单</a:t>
            </a:r>
            <a:endParaRPr lang="en-US" sz="11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2862169-D479-9AB5-AFAE-B4FB7963E358}"/>
              </a:ext>
            </a:extLst>
          </p:cNvPr>
          <p:cNvSpPr txBox="1"/>
          <p:nvPr/>
        </p:nvSpPr>
        <p:spPr>
          <a:xfrm>
            <a:off x="2716069" y="2292609"/>
            <a:ext cx="15077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>
                <a:latin typeface="Aptos Narrow" panose="020B0004020202020204" pitchFamily="34" charset="0"/>
                <a:cs typeface="Arial" panose="020B0604020202020204" pitchFamily="34" charset="0"/>
              </a:rPr>
              <a:t>示例服务（示例数据）</a:t>
            </a:r>
            <a:endParaRPr lang="en-US" sz="10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39DCE298-CE79-44E2-AFC6-4DD56E1DF240}"/>
              </a:ext>
            </a:extLst>
          </p:cNvPr>
          <p:cNvGrpSpPr/>
          <p:nvPr/>
        </p:nvGrpSpPr>
        <p:grpSpPr>
          <a:xfrm>
            <a:off x="2365549" y="2333515"/>
            <a:ext cx="350520" cy="350520"/>
            <a:chOff x="4630135" y="1654408"/>
            <a:chExt cx="350520" cy="350520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6B88E2F2-18D8-BD5E-F109-75D34402B1E4}"/>
                </a:ext>
              </a:extLst>
            </p:cNvPr>
            <p:cNvSpPr/>
            <p:nvPr/>
          </p:nvSpPr>
          <p:spPr>
            <a:xfrm>
              <a:off x="4630135" y="1654408"/>
              <a:ext cx="350520" cy="3505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1" name="Picture 100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D5A71F1F-8DF8-30A0-ED40-2B8687C8062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64089" y="1692508"/>
              <a:ext cx="274320" cy="274320"/>
            </a:xfrm>
            <a:prstGeom prst="rect">
              <a:avLst/>
            </a:prstGeom>
          </p:spPr>
        </p:pic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EBE0C520-2C40-01F7-C000-111BFD8BD74E}"/>
              </a:ext>
            </a:extLst>
          </p:cNvPr>
          <p:cNvSpPr txBox="1"/>
          <p:nvPr/>
        </p:nvSpPr>
        <p:spPr>
          <a:xfrm>
            <a:off x="4948688" y="2299502"/>
            <a:ext cx="5613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Aptos Narrow" panose="020B0004020202020204" pitchFamily="34" charset="0"/>
                <a:cs typeface="Arial" panose="020B0604020202020204" pitchFamily="34" charset="0"/>
              </a:rPr>
              <a:t>￥</a:t>
            </a:r>
            <a:r>
              <a:rPr lang="en-US" altLang="zh-CN" sz="900" b="1" dirty="0">
                <a:latin typeface="Aptos Narrow" panose="020B0004020202020204" pitchFamily="34" charset="0"/>
                <a:cs typeface="Arial" panose="020B0604020202020204" pitchFamily="34" charset="0"/>
              </a:rPr>
              <a:t>14.00</a:t>
            </a:r>
            <a:endParaRPr lang="en-US" sz="9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445C43B-AEF5-300C-B0C2-A47AACACDFA3}"/>
              </a:ext>
            </a:extLst>
          </p:cNvPr>
          <p:cNvSpPr txBox="1"/>
          <p:nvPr/>
        </p:nvSpPr>
        <p:spPr>
          <a:xfrm>
            <a:off x="5196373" y="2529303"/>
            <a:ext cx="3016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x1</a:t>
            </a:r>
            <a:endParaRPr lang="en-US" sz="1000" dirty="0">
              <a:solidFill>
                <a:schemeClr val="bg1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9700EC9-486C-B79B-15D5-63D26E03B8D1}"/>
              </a:ext>
            </a:extLst>
          </p:cNvPr>
          <p:cNvSpPr txBox="1"/>
          <p:nvPr/>
        </p:nvSpPr>
        <p:spPr>
          <a:xfrm>
            <a:off x="2716069" y="2885521"/>
            <a:ext cx="15077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>
                <a:latin typeface="Aptos Narrow" panose="020B0004020202020204" pitchFamily="34" charset="0"/>
                <a:cs typeface="Arial" panose="020B0604020202020204" pitchFamily="34" charset="0"/>
              </a:rPr>
              <a:t>示例服务（示例数据）</a:t>
            </a:r>
            <a:endParaRPr lang="en-US" sz="10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48BC5BF4-7748-9167-5573-DE9D920DDDCC}"/>
              </a:ext>
            </a:extLst>
          </p:cNvPr>
          <p:cNvGrpSpPr/>
          <p:nvPr/>
        </p:nvGrpSpPr>
        <p:grpSpPr>
          <a:xfrm>
            <a:off x="2365549" y="2926427"/>
            <a:ext cx="350520" cy="350520"/>
            <a:chOff x="4630135" y="1654408"/>
            <a:chExt cx="350520" cy="350520"/>
          </a:xfrm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027F90EF-F08C-FE48-4977-B139AACC3B94}"/>
                </a:ext>
              </a:extLst>
            </p:cNvPr>
            <p:cNvSpPr/>
            <p:nvPr/>
          </p:nvSpPr>
          <p:spPr>
            <a:xfrm>
              <a:off x="4630135" y="1654408"/>
              <a:ext cx="350520" cy="3505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7" name="Picture 106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10935EB5-81C7-EB79-56CA-64E7EBD2024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64089" y="1692508"/>
              <a:ext cx="274320" cy="27432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961B5856-0098-5A59-BB4A-217D5FA5149B}"/>
              </a:ext>
            </a:extLst>
          </p:cNvPr>
          <p:cNvSpPr txBox="1"/>
          <p:nvPr/>
        </p:nvSpPr>
        <p:spPr>
          <a:xfrm>
            <a:off x="4965940" y="2892414"/>
            <a:ext cx="5245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Aptos Narrow" panose="020B0004020202020204" pitchFamily="34" charset="0"/>
                <a:cs typeface="Arial" panose="020B0604020202020204" pitchFamily="34" charset="0"/>
              </a:rPr>
              <a:t>￥ </a:t>
            </a:r>
            <a:r>
              <a:rPr lang="en-US" altLang="zh-CN" sz="900" b="1" dirty="0">
                <a:latin typeface="Aptos Narrow" panose="020B0004020202020204" pitchFamily="34" charset="0"/>
                <a:cs typeface="Arial" panose="020B0604020202020204" pitchFamily="34" charset="0"/>
              </a:rPr>
              <a:t>9.00</a:t>
            </a:r>
            <a:endParaRPr lang="en-US" sz="9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9277C79-FD14-623A-37AC-A265B85A161A}"/>
              </a:ext>
            </a:extLst>
          </p:cNvPr>
          <p:cNvSpPr txBox="1"/>
          <p:nvPr/>
        </p:nvSpPr>
        <p:spPr>
          <a:xfrm>
            <a:off x="5196373" y="3122215"/>
            <a:ext cx="3016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x1</a:t>
            </a:r>
            <a:endParaRPr lang="en-US" sz="1000" dirty="0">
              <a:solidFill>
                <a:schemeClr val="bg1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C6B1051-7626-7DEB-8C26-5CA30BBB6C3F}"/>
              </a:ext>
            </a:extLst>
          </p:cNvPr>
          <p:cNvSpPr txBox="1"/>
          <p:nvPr/>
        </p:nvSpPr>
        <p:spPr>
          <a:xfrm>
            <a:off x="2273176" y="3628882"/>
            <a:ext cx="4154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数量</a:t>
            </a:r>
            <a:endParaRPr lang="en-US" sz="900" b="1" dirty="0">
              <a:solidFill>
                <a:schemeClr val="bg2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077B756-062C-B852-A669-859F01C10D08}"/>
              </a:ext>
            </a:extLst>
          </p:cNvPr>
          <p:cNvSpPr txBox="1"/>
          <p:nvPr/>
        </p:nvSpPr>
        <p:spPr>
          <a:xfrm>
            <a:off x="5141107" y="3628882"/>
            <a:ext cx="3577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00" b="1" dirty="0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2</a:t>
            </a:r>
            <a:r>
              <a:rPr lang="zh-CN" altLang="en-US" sz="900" b="1" dirty="0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件</a:t>
            </a:r>
            <a:endParaRPr lang="en-US" sz="900" b="1" dirty="0">
              <a:solidFill>
                <a:schemeClr val="bg2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DEBD1FB-758F-9407-C51A-0ACB46B5998C}"/>
              </a:ext>
            </a:extLst>
          </p:cNvPr>
          <p:cNvSpPr txBox="1"/>
          <p:nvPr/>
        </p:nvSpPr>
        <p:spPr>
          <a:xfrm>
            <a:off x="2267443" y="3889945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>
                <a:latin typeface="Aptos Narrow" panose="020B0004020202020204" pitchFamily="34" charset="0"/>
                <a:cs typeface="Arial" panose="020B0604020202020204" pitchFamily="34" charset="0"/>
              </a:rPr>
              <a:t>合计</a:t>
            </a:r>
            <a:endParaRPr lang="en-US" sz="10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06C8802-B140-4C82-4F77-C749C91C4952}"/>
              </a:ext>
            </a:extLst>
          </p:cNvPr>
          <p:cNvSpPr txBox="1"/>
          <p:nvPr/>
        </p:nvSpPr>
        <p:spPr>
          <a:xfrm>
            <a:off x="4896688" y="3886759"/>
            <a:ext cx="6094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>
                <a:latin typeface="Aptos Narrow" panose="020B0004020202020204" pitchFamily="34" charset="0"/>
                <a:cs typeface="Arial" panose="020B0604020202020204" pitchFamily="34" charset="0"/>
              </a:rPr>
              <a:t>￥</a:t>
            </a:r>
            <a:r>
              <a:rPr lang="en-US" altLang="zh-CN" sz="1000" b="1" dirty="0">
                <a:latin typeface="Aptos Narrow" panose="020B0004020202020204" pitchFamily="34" charset="0"/>
                <a:cs typeface="Arial" panose="020B0604020202020204" pitchFamily="34" charset="0"/>
              </a:rPr>
              <a:t>23.00</a:t>
            </a:r>
            <a:endParaRPr lang="en-US" sz="10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9518C02B-F8FA-4EA4-4EBA-469ABC209F53}"/>
              </a:ext>
            </a:extLst>
          </p:cNvPr>
          <p:cNvSpPr/>
          <p:nvPr/>
        </p:nvSpPr>
        <p:spPr>
          <a:xfrm>
            <a:off x="2175299" y="4341226"/>
            <a:ext cx="3455598" cy="9979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2E9028A-073F-F3AA-FA95-A976ED53B06B}"/>
              </a:ext>
            </a:extLst>
          </p:cNvPr>
          <p:cNvSpPr txBox="1"/>
          <p:nvPr/>
        </p:nvSpPr>
        <p:spPr>
          <a:xfrm>
            <a:off x="2256625" y="4393173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latin typeface="Aptos Narrow" panose="020B0004020202020204" pitchFamily="34" charset="0"/>
                <a:cs typeface="Arial" panose="020B0604020202020204" pitchFamily="34" charset="0"/>
              </a:rPr>
              <a:t>支付方式</a:t>
            </a:r>
            <a:endParaRPr lang="en-US" sz="11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7" name="Picture 116" descr="A blue rectangle with yellow text&#10;&#10;AI-generated content may be incorrect.">
            <a:extLst>
              <a:ext uri="{FF2B5EF4-FFF2-40B4-BE49-F238E27FC236}">
                <a16:creationId xmlns:a16="http://schemas.microsoft.com/office/drawing/2014/main" id="{52BB0D56-1303-E99B-0848-A92C00AD041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548" y="4678014"/>
            <a:ext cx="337735" cy="337735"/>
          </a:xfrm>
          <a:prstGeom prst="rect">
            <a:avLst/>
          </a:prstGeom>
        </p:spPr>
      </p:pic>
      <p:sp>
        <p:nvSpPr>
          <p:cNvPr id="118" name="TextBox 117">
            <a:extLst>
              <a:ext uri="{FF2B5EF4-FFF2-40B4-BE49-F238E27FC236}">
                <a16:creationId xmlns:a16="http://schemas.microsoft.com/office/drawing/2014/main" id="{1A7F69FC-91F3-7EAA-79B0-DC7E423F250D}"/>
              </a:ext>
            </a:extLst>
          </p:cNvPr>
          <p:cNvSpPr txBox="1"/>
          <p:nvPr/>
        </p:nvSpPr>
        <p:spPr>
          <a:xfrm>
            <a:off x="2776451" y="4723770"/>
            <a:ext cx="15077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Aptos Narrow" panose="020B0004020202020204" pitchFamily="34" charset="0"/>
                <a:cs typeface="Arial" panose="020B0604020202020204" pitchFamily="34" charset="0"/>
              </a:rPr>
              <a:t>TNG</a:t>
            </a:r>
            <a:endParaRPr lang="en-US" sz="1000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0" name="Picture 119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BDA75FA8-0E67-5258-DBFD-A85FFE402A9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251" y="4971877"/>
            <a:ext cx="338328" cy="338328"/>
          </a:xfrm>
          <a:prstGeom prst="rect">
            <a:avLst/>
          </a:prstGeom>
        </p:spPr>
      </p:pic>
      <p:sp>
        <p:nvSpPr>
          <p:cNvPr id="121" name="TextBox 120">
            <a:extLst>
              <a:ext uri="{FF2B5EF4-FFF2-40B4-BE49-F238E27FC236}">
                <a16:creationId xmlns:a16="http://schemas.microsoft.com/office/drawing/2014/main" id="{CA1190FD-F8AC-3AB3-2941-6A9FDB248E6A}"/>
              </a:ext>
            </a:extLst>
          </p:cNvPr>
          <p:cNvSpPr txBox="1"/>
          <p:nvPr/>
        </p:nvSpPr>
        <p:spPr>
          <a:xfrm>
            <a:off x="2776450" y="5023546"/>
            <a:ext cx="15077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Aptos Narrow" panose="020B0004020202020204" pitchFamily="34" charset="0"/>
                <a:cs typeface="Arial" panose="020B0604020202020204" pitchFamily="34" charset="0"/>
              </a:rPr>
              <a:t>Online Bank</a:t>
            </a:r>
            <a:endParaRPr lang="en-US" sz="1000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7F92ED22-DE5E-B126-2641-5AE7ED5C3426}"/>
              </a:ext>
            </a:extLst>
          </p:cNvPr>
          <p:cNvSpPr/>
          <p:nvPr/>
        </p:nvSpPr>
        <p:spPr>
          <a:xfrm>
            <a:off x="5238251" y="4774114"/>
            <a:ext cx="145532" cy="14553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B809146D-B385-0D03-E6A4-56E4BEA4BFE6}"/>
              </a:ext>
            </a:extLst>
          </p:cNvPr>
          <p:cNvSpPr/>
          <p:nvPr/>
        </p:nvSpPr>
        <p:spPr>
          <a:xfrm>
            <a:off x="5242322" y="5068275"/>
            <a:ext cx="145532" cy="145532"/>
          </a:xfrm>
          <a:prstGeom prst="ellipse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62D404C-DDF5-5739-2A1A-98322EF40584}"/>
              </a:ext>
            </a:extLst>
          </p:cNvPr>
          <p:cNvSpPr txBox="1"/>
          <p:nvPr/>
        </p:nvSpPr>
        <p:spPr>
          <a:xfrm>
            <a:off x="5164001" y="4744576"/>
            <a:ext cx="2856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/>
                </a:solidFill>
                <a:latin typeface="Aptos Narrow" panose="020B00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</a:t>
            </a:r>
            <a:endParaRPr lang="en-US" sz="1000" dirty="0">
              <a:solidFill>
                <a:schemeClr val="bg1"/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9D5D826-6D23-EA4A-5863-1D632AD2CBDC}"/>
              </a:ext>
            </a:extLst>
          </p:cNvPr>
          <p:cNvSpPr/>
          <p:nvPr/>
        </p:nvSpPr>
        <p:spPr>
          <a:xfrm>
            <a:off x="2175299" y="254479"/>
            <a:ext cx="3459193" cy="6349042"/>
          </a:xfrm>
          <a:prstGeom prst="roundRect">
            <a:avLst>
              <a:gd name="adj" fmla="val 744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2C33782A-6C24-517A-727D-F45F68DB177B}"/>
              </a:ext>
            </a:extLst>
          </p:cNvPr>
          <p:cNvSpPr/>
          <p:nvPr/>
        </p:nvSpPr>
        <p:spPr>
          <a:xfrm>
            <a:off x="4002662" y="5485037"/>
            <a:ext cx="1544963" cy="436778"/>
          </a:xfrm>
          <a:prstGeom prst="roundRect">
            <a:avLst>
              <a:gd name="adj" fmla="val 50000"/>
            </a:avLst>
          </a:prstGeom>
          <a:solidFill>
            <a:srgbClr val="AE7F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b="1" dirty="0">
                <a:solidFill>
                  <a:schemeClr val="bg1"/>
                </a:solidFill>
              </a:rPr>
              <a:t>提交订单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FD6EA745-310A-912D-F3CA-15CAEE51D4AE}"/>
              </a:ext>
            </a:extLst>
          </p:cNvPr>
          <p:cNvSpPr/>
          <p:nvPr/>
        </p:nvSpPr>
        <p:spPr>
          <a:xfrm>
            <a:off x="2262168" y="5493911"/>
            <a:ext cx="1544963" cy="436778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b="1" dirty="0">
                <a:solidFill>
                  <a:schemeClr val="tx1"/>
                </a:solidFill>
              </a:rPr>
              <a:t>稍后支付</a:t>
            </a:r>
            <a:endParaRPr lang="en-US" sz="1050" b="1" dirty="0">
              <a:solidFill>
                <a:schemeClr val="tx1"/>
              </a:solidFill>
            </a:endParaRPr>
          </a:p>
        </p:txBody>
      </p:sp>
      <p:pic>
        <p:nvPicPr>
          <p:cNvPr id="129" name="Picture 128">
            <a:extLst>
              <a:ext uri="{FF2B5EF4-FFF2-40B4-BE49-F238E27FC236}">
                <a16:creationId xmlns:a16="http://schemas.microsoft.com/office/drawing/2014/main" id="{394E4477-E8B5-DEBF-6EE7-14249EAE6EF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85971" y="6284058"/>
            <a:ext cx="228600" cy="2286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4D0CCCD-DA46-DFE7-8442-764922E79075}"/>
              </a:ext>
            </a:extLst>
          </p:cNvPr>
          <p:cNvSpPr/>
          <p:nvPr/>
        </p:nvSpPr>
        <p:spPr>
          <a:xfrm>
            <a:off x="7126844" y="1177571"/>
            <a:ext cx="3455598" cy="50011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C55C0E-D3F1-9DBD-5AA2-6582CDB858CB}"/>
              </a:ext>
            </a:extLst>
          </p:cNvPr>
          <p:cNvSpPr/>
          <p:nvPr/>
        </p:nvSpPr>
        <p:spPr>
          <a:xfrm>
            <a:off x="7126844" y="662184"/>
            <a:ext cx="3455598" cy="13425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9">
            <a:extLst>
              <a:ext uri="{FF2B5EF4-FFF2-40B4-BE49-F238E27FC236}">
                <a16:creationId xmlns:a16="http://schemas.microsoft.com/office/drawing/2014/main" id="{F5E8BBF6-C6C3-1A78-03EF-3887F8F569A0}"/>
              </a:ext>
            </a:extLst>
          </p:cNvPr>
          <p:cNvSpPr/>
          <p:nvPr/>
        </p:nvSpPr>
        <p:spPr>
          <a:xfrm rot="10800000">
            <a:off x="7126844" y="254479"/>
            <a:ext cx="3455661" cy="417641"/>
          </a:xfrm>
          <a:custGeom>
            <a:avLst/>
            <a:gdLst>
              <a:gd name="connsiteX0" fmla="*/ 0 w 3459193"/>
              <a:gd name="connsiteY0" fmla="*/ 76268 h 416694"/>
              <a:gd name="connsiteX1" fmla="*/ 76268 w 3459193"/>
              <a:gd name="connsiteY1" fmla="*/ 0 h 416694"/>
              <a:gd name="connsiteX2" fmla="*/ 3382925 w 3459193"/>
              <a:gd name="connsiteY2" fmla="*/ 0 h 416694"/>
              <a:gd name="connsiteX3" fmla="*/ 3459193 w 3459193"/>
              <a:gd name="connsiteY3" fmla="*/ 76268 h 416694"/>
              <a:gd name="connsiteX4" fmla="*/ 3459193 w 3459193"/>
              <a:gd name="connsiteY4" fmla="*/ 340426 h 416694"/>
              <a:gd name="connsiteX5" fmla="*/ 3382925 w 3459193"/>
              <a:gd name="connsiteY5" fmla="*/ 416694 h 416694"/>
              <a:gd name="connsiteX6" fmla="*/ 76268 w 3459193"/>
              <a:gd name="connsiteY6" fmla="*/ 416694 h 416694"/>
              <a:gd name="connsiteX7" fmla="*/ 0 w 3459193"/>
              <a:gd name="connsiteY7" fmla="*/ 340426 h 416694"/>
              <a:gd name="connsiteX8" fmla="*/ 0 w 3459193"/>
              <a:gd name="connsiteY8" fmla="*/ 76268 h 416694"/>
              <a:gd name="connsiteX0" fmla="*/ 98 w 3459291"/>
              <a:gd name="connsiteY0" fmla="*/ 76268 h 416694"/>
              <a:gd name="connsiteX1" fmla="*/ 38266 w 3459291"/>
              <a:gd name="connsiteY1" fmla="*/ 0 h 416694"/>
              <a:gd name="connsiteX2" fmla="*/ 3383023 w 3459291"/>
              <a:gd name="connsiteY2" fmla="*/ 0 h 416694"/>
              <a:gd name="connsiteX3" fmla="*/ 3459291 w 3459291"/>
              <a:gd name="connsiteY3" fmla="*/ 76268 h 416694"/>
              <a:gd name="connsiteX4" fmla="*/ 3459291 w 3459291"/>
              <a:gd name="connsiteY4" fmla="*/ 340426 h 416694"/>
              <a:gd name="connsiteX5" fmla="*/ 3383023 w 3459291"/>
              <a:gd name="connsiteY5" fmla="*/ 416694 h 416694"/>
              <a:gd name="connsiteX6" fmla="*/ 76366 w 3459291"/>
              <a:gd name="connsiteY6" fmla="*/ 416694 h 416694"/>
              <a:gd name="connsiteX7" fmla="*/ 98 w 3459291"/>
              <a:gd name="connsiteY7" fmla="*/ 340426 h 416694"/>
              <a:gd name="connsiteX8" fmla="*/ 98 w 3459291"/>
              <a:gd name="connsiteY8" fmla="*/ 76268 h 416694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382925 w 3459193"/>
              <a:gd name="connsiteY2" fmla="*/ 2272 h 418966"/>
              <a:gd name="connsiteX3" fmla="*/ 3459193 w 3459193"/>
              <a:gd name="connsiteY3" fmla="*/ 785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470"/>
              <a:gd name="connsiteY0" fmla="*/ 30280 h 418966"/>
              <a:gd name="connsiteX1" fmla="*/ 38168 w 3459470"/>
              <a:gd name="connsiteY1" fmla="*/ 2272 h 418966"/>
              <a:gd name="connsiteX2" fmla="*/ 3422930 w 3459470"/>
              <a:gd name="connsiteY2" fmla="*/ 367 h 418966"/>
              <a:gd name="connsiteX3" fmla="*/ 3459193 w 3459470"/>
              <a:gd name="connsiteY3" fmla="*/ 78540 h 418966"/>
              <a:gd name="connsiteX4" fmla="*/ 3459193 w 3459470"/>
              <a:gd name="connsiteY4" fmla="*/ 342698 h 418966"/>
              <a:gd name="connsiteX5" fmla="*/ 3382925 w 3459470"/>
              <a:gd name="connsiteY5" fmla="*/ 418966 h 418966"/>
              <a:gd name="connsiteX6" fmla="*/ 76268 w 3459470"/>
              <a:gd name="connsiteY6" fmla="*/ 418966 h 418966"/>
              <a:gd name="connsiteX7" fmla="*/ 0 w 3459470"/>
              <a:gd name="connsiteY7" fmla="*/ 342698 h 418966"/>
              <a:gd name="connsiteX8" fmla="*/ 2540 w 3459470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01010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301010 w 3461098"/>
              <a:gd name="connsiteY5" fmla="*/ 418966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25529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20778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9194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342698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163946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162040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0363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9252"/>
              <a:gd name="connsiteX1" fmla="*/ 36262 w 3457565"/>
              <a:gd name="connsiteY1" fmla="*/ 2272 h 419252"/>
              <a:gd name="connsiteX2" fmla="*/ 3421024 w 3457565"/>
              <a:gd name="connsiteY2" fmla="*/ 367 h 419252"/>
              <a:gd name="connsiteX3" fmla="*/ 3457288 w 3457565"/>
              <a:gd name="connsiteY3" fmla="*/ 40440 h 419252"/>
              <a:gd name="connsiteX4" fmla="*/ 3457286 w 3457565"/>
              <a:gd name="connsiteY4" fmla="*/ 196013 h 419252"/>
              <a:gd name="connsiteX5" fmla="*/ 3192424 w 3457565"/>
              <a:gd name="connsiteY5" fmla="*/ 417061 h 419252"/>
              <a:gd name="connsiteX6" fmla="*/ 242094 w 3457565"/>
              <a:gd name="connsiteY6" fmla="*/ 418966 h 419252"/>
              <a:gd name="connsiteX7" fmla="*/ 0 w 3457565"/>
              <a:gd name="connsiteY7" fmla="*/ 192202 h 419252"/>
              <a:gd name="connsiteX8" fmla="*/ 634 w 3457565"/>
              <a:gd name="connsiteY8" fmla="*/ 30280 h 419252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374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3740 h 417643"/>
              <a:gd name="connsiteX0" fmla="*/ 634 w 3457565"/>
              <a:gd name="connsiteY0" fmla="*/ 3755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7550 h 417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57565" h="417643">
                <a:moveTo>
                  <a:pt x="634" y="37550"/>
                </a:moveTo>
                <a:cubicBezTo>
                  <a:pt x="634" y="-4572"/>
                  <a:pt x="-5860" y="1922"/>
                  <a:pt x="36262" y="1922"/>
                </a:cubicBezTo>
                <a:lnTo>
                  <a:pt x="3421024" y="17"/>
                </a:lnTo>
                <a:cubicBezTo>
                  <a:pt x="3463146" y="17"/>
                  <a:pt x="3457288" y="-2032"/>
                  <a:pt x="3457288" y="40090"/>
                </a:cubicBezTo>
                <a:cubicBezTo>
                  <a:pt x="3457923" y="91948"/>
                  <a:pt x="3456651" y="143805"/>
                  <a:pt x="3457286" y="195663"/>
                </a:cubicBezTo>
                <a:cubicBezTo>
                  <a:pt x="3438236" y="363515"/>
                  <a:pt x="3278361" y="426236"/>
                  <a:pt x="3192424" y="416711"/>
                </a:cubicBezTo>
                <a:lnTo>
                  <a:pt x="264967" y="416711"/>
                </a:lnTo>
                <a:cubicBezTo>
                  <a:pt x="163757" y="426236"/>
                  <a:pt x="9530" y="344465"/>
                  <a:pt x="0" y="191852"/>
                </a:cubicBezTo>
                <a:cubicBezTo>
                  <a:pt x="847" y="87713"/>
                  <a:pt x="-213" y="141689"/>
                  <a:pt x="634" y="375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FB64EC-6B8D-CC76-A6DC-AD31511E07E3}"/>
              </a:ext>
            </a:extLst>
          </p:cNvPr>
          <p:cNvSpPr txBox="1"/>
          <p:nvPr/>
        </p:nvSpPr>
        <p:spPr>
          <a:xfrm>
            <a:off x="8405035" y="313407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确认订单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4BBEB74-5F55-1616-F725-5C85FEA960EE}"/>
              </a:ext>
            </a:extLst>
          </p:cNvPr>
          <p:cNvSpPr/>
          <p:nvPr/>
        </p:nvSpPr>
        <p:spPr>
          <a:xfrm>
            <a:off x="9880549" y="342725"/>
            <a:ext cx="618621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2E91371-A9B0-E8D1-01B2-75E9FFE56F0E}"/>
              </a:ext>
            </a:extLst>
          </p:cNvPr>
          <p:cNvCxnSpPr>
            <a:cxnSpLocks/>
          </p:cNvCxnSpPr>
          <p:nvPr/>
        </p:nvCxnSpPr>
        <p:spPr>
          <a:xfrm>
            <a:off x="10189796" y="383726"/>
            <a:ext cx="63" cy="16047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6F0DEFD4-F00F-E05E-36DE-810DE913A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6984" y="393486"/>
            <a:ext cx="131536" cy="131536"/>
          </a:xfrm>
          <a:prstGeom prst="rect">
            <a:avLst/>
          </a:prstGeom>
        </p:spPr>
      </p:pic>
      <p:pic>
        <p:nvPicPr>
          <p:cNvPr id="20" name="Picture 19" descr="A row of dots on a black background&#10;&#10;AI-generated content may be incorrect.">
            <a:extLst>
              <a:ext uri="{FF2B5EF4-FFF2-40B4-BE49-F238E27FC236}">
                <a16:creationId xmlns:a16="http://schemas.microsoft.com/office/drawing/2014/main" id="{EDEC3AD3-08A8-91BF-ADB5-6DBA0DD017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758" y="390331"/>
            <a:ext cx="146304" cy="146304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009591A-F3B7-2D52-4DD6-B514F7B76165}"/>
              </a:ext>
            </a:extLst>
          </p:cNvPr>
          <p:cNvSpPr/>
          <p:nvPr/>
        </p:nvSpPr>
        <p:spPr>
          <a:xfrm>
            <a:off x="9343407" y="767731"/>
            <a:ext cx="1100674" cy="307777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 b="1" dirty="0">
                <a:solidFill>
                  <a:schemeClr val="tx1"/>
                </a:solidFill>
              </a:rPr>
              <a:t> 外卖</a:t>
            </a:r>
            <a:endParaRPr lang="en-US" sz="1050" b="1" dirty="0">
              <a:solidFill>
                <a:schemeClr val="tx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FFED3E3-DD66-4C0D-37C7-A5DD23ECEA08}"/>
              </a:ext>
            </a:extLst>
          </p:cNvPr>
          <p:cNvSpPr/>
          <p:nvPr/>
        </p:nvSpPr>
        <p:spPr>
          <a:xfrm>
            <a:off x="9376888" y="798175"/>
            <a:ext cx="523984" cy="246888"/>
          </a:xfrm>
          <a:prstGeom prst="roundRect">
            <a:avLst>
              <a:gd name="adj" fmla="val 50000"/>
            </a:avLst>
          </a:prstGeom>
          <a:solidFill>
            <a:srgbClr val="AE7F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b="1" dirty="0">
                <a:solidFill>
                  <a:schemeClr val="bg1"/>
                </a:solidFill>
              </a:rPr>
              <a:t>自取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3" name="Rectangle: Rounded Corners 19">
            <a:extLst>
              <a:ext uri="{FF2B5EF4-FFF2-40B4-BE49-F238E27FC236}">
                <a16:creationId xmlns:a16="http://schemas.microsoft.com/office/drawing/2014/main" id="{13C2AF5F-221F-A679-7733-2A31CD34569E}"/>
              </a:ext>
            </a:extLst>
          </p:cNvPr>
          <p:cNvSpPr/>
          <p:nvPr/>
        </p:nvSpPr>
        <p:spPr>
          <a:xfrm>
            <a:off x="7128610" y="6189066"/>
            <a:ext cx="3455661" cy="417641"/>
          </a:xfrm>
          <a:custGeom>
            <a:avLst/>
            <a:gdLst>
              <a:gd name="connsiteX0" fmla="*/ 0 w 3459193"/>
              <a:gd name="connsiteY0" fmla="*/ 76268 h 416694"/>
              <a:gd name="connsiteX1" fmla="*/ 76268 w 3459193"/>
              <a:gd name="connsiteY1" fmla="*/ 0 h 416694"/>
              <a:gd name="connsiteX2" fmla="*/ 3382925 w 3459193"/>
              <a:gd name="connsiteY2" fmla="*/ 0 h 416694"/>
              <a:gd name="connsiteX3" fmla="*/ 3459193 w 3459193"/>
              <a:gd name="connsiteY3" fmla="*/ 76268 h 416694"/>
              <a:gd name="connsiteX4" fmla="*/ 3459193 w 3459193"/>
              <a:gd name="connsiteY4" fmla="*/ 340426 h 416694"/>
              <a:gd name="connsiteX5" fmla="*/ 3382925 w 3459193"/>
              <a:gd name="connsiteY5" fmla="*/ 416694 h 416694"/>
              <a:gd name="connsiteX6" fmla="*/ 76268 w 3459193"/>
              <a:gd name="connsiteY6" fmla="*/ 416694 h 416694"/>
              <a:gd name="connsiteX7" fmla="*/ 0 w 3459193"/>
              <a:gd name="connsiteY7" fmla="*/ 340426 h 416694"/>
              <a:gd name="connsiteX8" fmla="*/ 0 w 3459193"/>
              <a:gd name="connsiteY8" fmla="*/ 76268 h 416694"/>
              <a:gd name="connsiteX0" fmla="*/ 98 w 3459291"/>
              <a:gd name="connsiteY0" fmla="*/ 76268 h 416694"/>
              <a:gd name="connsiteX1" fmla="*/ 38266 w 3459291"/>
              <a:gd name="connsiteY1" fmla="*/ 0 h 416694"/>
              <a:gd name="connsiteX2" fmla="*/ 3383023 w 3459291"/>
              <a:gd name="connsiteY2" fmla="*/ 0 h 416694"/>
              <a:gd name="connsiteX3" fmla="*/ 3459291 w 3459291"/>
              <a:gd name="connsiteY3" fmla="*/ 76268 h 416694"/>
              <a:gd name="connsiteX4" fmla="*/ 3459291 w 3459291"/>
              <a:gd name="connsiteY4" fmla="*/ 340426 h 416694"/>
              <a:gd name="connsiteX5" fmla="*/ 3383023 w 3459291"/>
              <a:gd name="connsiteY5" fmla="*/ 416694 h 416694"/>
              <a:gd name="connsiteX6" fmla="*/ 76366 w 3459291"/>
              <a:gd name="connsiteY6" fmla="*/ 416694 h 416694"/>
              <a:gd name="connsiteX7" fmla="*/ 98 w 3459291"/>
              <a:gd name="connsiteY7" fmla="*/ 340426 h 416694"/>
              <a:gd name="connsiteX8" fmla="*/ 98 w 3459291"/>
              <a:gd name="connsiteY8" fmla="*/ 76268 h 416694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382925 w 3459193"/>
              <a:gd name="connsiteY2" fmla="*/ 2272 h 418966"/>
              <a:gd name="connsiteX3" fmla="*/ 3459193 w 3459193"/>
              <a:gd name="connsiteY3" fmla="*/ 785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470"/>
              <a:gd name="connsiteY0" fmla="*/ 30280 h 418966"/>
              <a:gd name="connsiteX1" fmla="*/ 38168 w 3459470"/>
              <a:gd name="connsiteY1" fmla="*/ 2272 h 418966"/>
              <a:gd name="connsiteX2" fmla="*/ 3422930 w 3459470"/>
              <a:gd name="connsiteY2" fmla="*/ 367 h 418966"/>
              <a:gd name="connsiteX3" fmla="*/ 3459193 w 3459470"/>
              <a:gd name="connsiteY3" fmla="*/ 78540 h 418966"/>
              <a:gd name="connsiteX4" fmla="*/ 3459193 w 3459470"/>
              <a:gd name="connsiteY4" fmla="*/ 342698 h 418966"/>
              <a:gd name="connsiteX5" fmla="*/ 3382925 w 3459470"/>
              <a:gd name="connsiteY5" fmla="*/ 418966 h 418966"/>
              <a:gd name="connsiteX6" fmla="*/ 76268 w 3459470"/>
              <a:gd name="connsiteY6" fmla="*/ 418966 h 418966"/>
              <a:gd name="connsiteX7" fmla="*/ 0 w 3459470"/>
              <a:gd name="connsiteY7" fmla="*/ 342698 h 418966"/>
              <a:gd name="connsiteX8" fmla="*/ 2540 w 3459470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01010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301010 w 3461098"/>
              <a:gd name="connsiteY5" fmla="*/ 418966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25529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20778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9194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342698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163946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162040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0363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9252"/>
              <a:gd name="connsiteX1" fmla="*/ 36262 w 3457565"/>
              <a:gd name="connsiteY1" fmla="*/ 2272 h 419252"/>
              <a:gd name="connsiteX2" fmla="*/ 3421024 w 3457565"/>
              <a:gd name="connsiteY2" fmla="*/ 367 h 419252"/>
              <a:gd name="connsiteX3" fmla="*/ 3457288 w 3457565"/>
              <a:gd name="connsiteY3" fmla="*/ 40440 h 419252"/>
              <a:gd name="connsiteX4" fmla="*/ 3457286 w 3457565"/>
              <a:gd name="connsiteY4" fmla="*/ 196013 h 419252"/>
              <a:gd name="connsiteX5" fmla="*/ 3192424 w 3457565"/>
              <a:gd name="connsiteY5" fmla="*/ 417061 h 419252"/>
              <a:gd name="connsiteX6" fmla="*/ 242094 w 3457565"/>
              <a:gd name="connsiteY6" fmla="*/ 418966 h 419252"/>
              <a:gd name="connsiteX7" fmla="*/ 0 w 3457565"/>
              <a:gd name="connsiteY7" fmla="*/ 192202 h 419252"/>
              <a:gd name="connsiteX8" fmla="*/ 634 w 3457565"/>
              <a:gd name="connsiteY8" fmla="*/ 30280 h 419252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374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3740 h 417643"/>
              <a:gd name="connsiteX0" fmla="*/ 634 w 3457565"/>
              <a:gd name="connsiteY0" fmla="*/ 3755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7550 h 417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57565" h="417643">
                <a:moveTo>
                  <a:pt x="634" y="37550"/>
                </a:moveTo>
                <a:cubicBezTo>
                  <a:pt x="634" y="-4572"/>
                  <a:pt x="-5860" y="1922"/>
                  <a:pt x="36262" y="1922"/>
                </a:cubicBezTo>
                <a:lnTo>
                  <a:pt x="3421024" y="17"/>
                </a:lnTo>
                <a:cubicBezTo>
                  <a:pt x="3463146" y="17"/>
                  <a:pt x="3457288" y="-2032"/>
                  <a:pt x="3457288" y="40090"/>
                </a:cubicBezTo>
                <a:cubicBezTo>
                  <a:pt x="3457923" y="91948"/>
                  <a:pt x="3456651" y="143805"/>
                  <a:pt x="3457286" y="195663"/>
                </a:cubicBezTo>
                <a:cubicBezTo>
                  <a:pt x="3438236" y="363515"/>
                  <a:pt x="3278361" y="426236"/>
                  <a:pt x="3192424" y="416711"/>
                </a:cubicBezTo>
                <a:lnTo>
                  <a:pt x="264967" y="416711"/>
                </a:lnTo>
                <a:cubicBezTo>
                  <a:pt x="163757" y="426236"/>
                  <a:pt x="9530" y="344465"/>
                  <a:pt x="0" y="191852"/>
                </a:cubicBezTo>
                <a:cubicBezTo>
                  <a:pt x="847" y="87713"/>
                  <a:pt x="-213" y="141689"/>
                  <a:pt x="634" y="3755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9B68547-6E2F-4DC6-2211-1CEDACB1D6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2190" y="6282052"/>
            <a:ext cx="228600" cy="2286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8BEE459-1F98-7585-9889-27E7885037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91927" y="6276838"/>
            <a:ext cx="228600" cy="2286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6C6A0DF-2F66-A5EA-7132-814F6BB7F6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6222" y="6282052"/>
            <a:ext cx="228600" cy="2286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3D17EB7-6C52-277C-C9CA-B9DCB5B3089F}"/>
              </a:ext>
            </a:extLst>
          </p:cNvPr>
          <p:cNvSpPr txBox="1"/>
          <p:nvPr/>
        </p:nvSpPr>
        <p:spPr>
          <a:xfrm>
            <a:off x="7206155" y="313407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0D7A05-961F-1AFB-A9BA-C34B785407B9}"/>
              </a:ext>
            </a:extLst>
          </p:cNvPr>
          <p:cNvSpPr txBox="1"/>
          <p:nvPr/>
        </p:nvSpPr>
        <p:spPr>
          <a:xfrm>
            <a:off x="10195748" y="1452042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&gt;</a:t>
            </a:r>
            <a:endParaRPr lang="en-US" sz="1200" b="1" dirty="0">
              <a:solidFill>
                <a:schemeClr val="bg1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619D40C-C7A0-8487-5BFD-AA1070B1F99C}"/>
              </a:ext>
            </a:extLst>
          </p:cNvPr>
          <p:cNvSpPr/>
          <p:nvPr/>
        </p:nvSpPr>
        <p:spPr>
          <a:xfrm>
            <a:off x="7126844" y="2135790"/>
            <a:ext cx="3455598" cy="23671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A04D6C2-D5B0-CBD0-73CA-AD42EB527D2E}"/>
              </a:ext>
            </a:extLst>
          </p:cNvPr>
          <p:cNvSpPr txBox="1"/>
          <p:nvPr/>
        </p:nvSpPr>
        <p:spPr>
          <a:xfrm>
            <a:off x="7205028" y="2217753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latin typeface="Aptos Narrow" panose="020B0004020202020204" pitchFamily="34" charset="0"/>
                <a:cs typeface="Arial" panose="020B0604020202020204" pitchFamily="34" charset="0"/>
              </a:rPr>
              <a:t>确认订单</a:t>
            </a:r>
            <a:endParaRPr lang="en-US" sz="11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799C0F-AF4E-2360-5172-74CE140EF2D5}"/>
              </a:ext>
            </a:extLst>
          </p:cNvPr>
          <p:cNvSpPr txBox="1"/>
          <p:nvPr/>
        </p:nvSpPr>
        <p:spPr>
          <a:xfrm>
            <a:off x="7667614" y="2577277"/>
            <a:ext cx="15077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>
                <a:latin typeface="Aptos Narrow" panose="020B0004020202020204" pitchFamily="34" charset="0"/>
                <a:cs typeface="Arial" panose="020B0604020202020204" pitchFamily="34" charset="0"/>
              </a:rPr>
              <a:t>示例服务（示例数据）</a:t>
            </a:r>
            <a:endParaRPr lang="en-US" sz="10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B963AE8-80C0-D430-19AE-24F98B67E910}"/>
              </a:ext>
            </a:extLst>
          </p:cNvPr>
          <p:cNvGrpSpPr/>
          <p:nvPr/>
        </p:nvGrpSpPr>
        <p:grpSpPr>
          <a:xfrm>
            <a:off x="7317094" y="2618183"/>
            <a:ext cx="350520" cy="350520"/>
            <a:chOff x="4630135" y="1654408"/>
            <a:chExt cx="350520" cy="350520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2588FC8-2205-29A7-3FAF-F1EC33BDA9F6}"/>
                </a:ext>
              </a:extLst>
            </p:cNvPr>
            <p:cNvSpPr/>
            <p:nvPr/>
          </p:nvSpPr>
          <p:spPr>
            <a:xfrm>
              <a:off x="4630135" y="1654408"/>
              <a:ext cx="350520" cy="3505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Picture 4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D27C91BB-FF55-E007-913A-444B4AA43EC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64089" y="1692508"/>
              <a:ext cx="274320" cy="274320"/>
            </a:xfrm>
            <a:prstGeom prst="rect">
              <a:avLst/>
            </a:prstGeom>
          </p:spPr>
        </p:pic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D589CCD0-1B45-D338-5B60-A61AACA4BC00}"/>
              </a:ext>
            </a:extLst>
          </p:cNvPr>
          <p:cNvSpPr txBox="1"/>
          <p:nvPr/>
        </p:nvSpPr>
        <p:spPr>
          <a:xfrm>
            <a:off x="9900233" y="2584170"/>
            <a:ext cx="5613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Aptos Narrow" panose="020B0004020202020204" pitchFamily="34" charset="0"/>
                <a:cs typeface="Arial" panose="020B0604020202020204" pitchFamily="34" charset="0"/>
              </a:rPr>
              <a:t>￥</a:t>
            </a:r>
            <a:r>
              <a:rPr lang="en-US" altLang="zh-CN" sz="900" b="1" dirty="0">
                <a:latin typeface="Aptos Narrow" panose="020B0004020202020204" pitchFamily="34" charset="0"/>
                <a:cs typeface="Arial" panose="020B0604020202020204" pitchFamily="34" charset="0"/>
              </a:rPr>
              <a:t>14.00</a:t>
            </a:r>
            <a:endParaRPr lang="en-US" sz="9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758ECFC-E291-468A-224B-4103B6CB6729}"/>
              </a:ext>
            </a:extLst>
          </p:cNvPr>
          <p:cNvSpPr txBox="1"/>
          <p:nvPr/>
        </p:nvSpPr>
        <p:spPr>
          <a:xfrm>
            <a:off x="10147918" y="2813971"/>
            <a:ext cx="3016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x1</a:t>
            </a:r>
            <a:endParaRPr lang="en-US" sz="1000" dirty="0">
              <a:solidFill>
                <a:schemeClr val="bg1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918EC48-511C-02D3-C2FD-BD7B2542FEE5}"/>
              </a:ext>
            </a:extLst>
          </p:cNvPr>
          <p:cNvSpPr txBox="1"/>
          <p:nvPr/>
        </p:nvSpPr>
        <p:spPr>
          <a:xfrm>
            <a:off x="7667614" y="3170189"/>
            <a:ext cx="15077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>
                <a:latin typeface="Aptos Narrow" panose="020B0004020202020204" pitchFamily="34" charset="0"/>
                <a:cs typeface="Arial" panose="020B0604020202020204" pitchFamily="34" charset="0"/>
              </a:rPr>
              <a:t>示例服务（示例数据）</a:t>
            </a:r>
            <a:endParaRPr lang="en-US" sz="10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1BF1329-920F-1375-E79C-1E90FBA2147C}"/>
              </a:ext>
            </a:extLst>
          </p:cNvPr>
          <p:cNvGrpSpPr/>
          <p:nvPr/>
        </p:nvGrpSpPr>
        <p:grpSpPr>
          <a:xfrm>
            <a:off x="7317094" y="3211095"/>
            <a:ext cx="350520" cy="350520"/>
            <a:chOff x="4630135" y="1654408"/>
            <a:chExt cx="350520" cy="35052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E287586-033A-5C00-CB89-84C47D2CD9A8}"/>
                </a:ext>
              </a:extLst>
            </p:cNvPr>
            <p:cNvSpPr/>
            <p:nvPr/>
          </p:nvSpPr>
          <p:spPr>
            <a:xfrm>
              <a:off x="4630135" y="1654408"/>
              <a:ext cx="350520" cy="3505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8" name="Picture 47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22A940D5-766C-93A9-A215-9884D669ED5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64089" y="1692508"/>
              <a:ext cx="274320" cy="274320"/>
            </a:xfrm>
            <a:prstGeom prst="rect">
              <a:avLst/>
            </a:prstGeom>
          </p:spPr>
        </p:pic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F10B1DCC-EFCB-B5AF-4328-2EEDB33B03AF}"/>
              </a:ext>
            </a:extLst>
          </p:cNvPr>
          <p:cNvSpPr txBox="1"/>
          <p:nvPr/>
        </p:nvSpPr>
        <p:spPr>
          <a:xfrm>
            <a:off x="9917485" y="3177082"/>
            <a:ext cx="5245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Aptos Narrow" panose="020B0004020202020204" pitchFamily="34" charset="0"/>
                <a:cs typeface="Arial" panose="020B0604020202020204" pitchFamily="34" charset="0"/>
              </a:rPr>
              <a:t>￥ </a:t>
            </a:r>
            <a:r>
              <a:rPr lang="en-US" altLang="zh-CN" sz="900" b="1" dirty="0">
                <a:latin typeface="Aptos Narrow" panose="020B0004020202020204" pitchFamily="34" charset="0"/>
                <a:cs typeface="Arial" panose="020B0604020202020204" pitchFamily="34" charset="0"/>
              </a:rPr>
              <a:t>9.00</a:t>
            </a:r>
            <a:endParaRPr lang="en-US" sz="9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3834FD1-CBBE-2190-0E24-562F1ED7903C}"/>
              </a:ext>
            </a:extLst>
          </p:cNvPr>
          <p:cNvSpPr txBox="1"/>
          <p:nvPr/>
        </p:nvSpPr>
        <p:spPr>
          <a:xfrm>
            <a:off x="10147918" y="3406883"/>
            <a:ext cx="3016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x1</a:t>
            </a:r>
            <a:endParaRPr lang="en-US" sz="1000" dirty="0">
              <a:solidFill>
                <a:schemeClr val="bg1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43313EE-B462-B50D-1FBC-B7118CAB1125}"/>
              </a:ext>
            </a:extLst>
          </p:cNvPr>
          <p:cNvSpPr txBox="1"/>
          <p:nvPr/>
        </p:nvSpPr>
        <p:spPr>
          <a:xfrm>
            <a:off x="7224721" y="3913550"/>
            <a:ext cx="4154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数量</a:t>
            </a:r>
            <a:endParaRPr lang="en-US" sz="900" b="1" dirty="0">
              <a:solidFill>
                <a:schemeClr val="bg2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7EA4F21-4285-271F-DFC9-561CF21C1B4E}"/>
              </a:ext>
            </a:extLst>
          </p:cNvPr>
          <p:cNvSpPr txBox="1"/>
          <p:nvPr/>
        </p:nvSpPr>
        <p:spPr>
          <a:xfrm>
            <a:off x="10092652" y="3913550"/>
            <a:ext cx="3577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00" b="1" dirty="0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2</a:t>
            </a:r>
            <a:r>
              <a:rPr lang="zh-CN" altLang="en-US" sz="900" b="1" dirty="0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件</a:t>
            </a:r>
            <a:endParaRPr lang="en-US" sz="900" b="1" dirty="0">
              <a:solidFill>
                <a:schemeClr val="bg2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EF071B3-78BF-8200-9E89-B5D2CA5FF06A}"/>
              </a:ext>
            </a:extLst>
          </p:cNvPr>
          <p:cNvSpPr txBox="1"/>
          <p:nvPr/>
        </p:nvSpPr>
        <p:spPr>
          <a:xfrm>
            <a:off x="7218988" y="4174613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>
                <a:latin typeface="Aptos Narrow" panose="020B0004020202020204" pitchFamily="34" charset="0"/>
                <a:cs typeface="Arial" panose="020B0604020202020204" pitchFamily="34" charset="0"/>
              </a:rPr>
              <a:t>合计</a:t>
            </a:r>
            <a:endParaRPr lang="en-US" sz="10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D07645A-15F2-5953-DCB4-6B61EC7EF4B6}"/>
              </a:ext>
            </a:extLst>
          </p:cNvPr>
          <p:cNvSpPr txBox="1"/>
          <p:nvPr/>
        </p:nvSpPr>
        <p:spPr>
          <a:xfrm>
            <a:off x="9848233" y="4171427"/>
            <a:ext cx="6094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>
                <a:latin typeface="Aptos Narrow" panose="020B0004020202020204" pitchFamily="34" charset="0"/>
                <a:cs typeface="Arial" panose="020B0604020202020204" pitchFamily="34" charset="0"/>
              </a:rPr>
              <a:t>￥</a:t>
            </a:r>
            <a:r>
              <a:rPr lang="en-US" altLang="zh-CN" sz="1000" b="1" dirty="0">
                <a:latin typeface="Aptos Narrow" panose="020B0004020202020204" pitchFamily="34" charset="0"/>
                <a:cs typeface="Arial" panose="020B0604020202020204" pitchFamily="34" charset="0"/>
              </a:rPr>
              <a:t>23.00</a:t>
            </a:r>
            <a:endParaRPr lang="en-US" sz="10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778D573-40AA-FB1C-2F8B-443E35577B8C}"/>
              </a:ext>
            </a:extLst>
          </p:cNvPr>
          <p:cNvSpPr/>
          <p:nvPr/>
        </p:nvSpPr>
        <p:spPr>
          <a:xfrm>
            <a:off x="8954207" y="5485037"/>
            <a:ext cx="1544963" cy="436778"/>
          </a:xfrm>
          <a:prstGeom prst="roundRect">
            <a:avLst>
              <a:gd name="adj" fmla="val 50000"/>
            </a:avLst>
          </a:prstGeom>
          <a:solidFill>
            <a:srgbClr val="AE7F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b="1" dirty="0">
                <a:solidFill>
                  <a:schemeClr val="bg1"/>
                </a:solidFill>
              </a:rPr>
              <a:t>提交订单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B23ACC02-27A0-E680-A9C5-873A53BFE622}"/>
              </a:ext>
            </a:extLst>
          </p:cNvPr>
          <p:cNvSpPr/>
          <p:nvPr/>
        </p:nvSpPr>
        <p:spPr>
          <a:xfrm>
            <a:off x="7213713" y="5493911"/>
            <a:ext cx="1544963" cy="436778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b="1" dirty="0">
                <a:solidFill>
                  <a:schemeClr val="tx1"/>
                </a:solidFill>
              </a:rPr>
              <a:t>稍后支付</a:t>
            </a:r>
            <a:endParaRPr lang="en-US" sz="1050" b="1" dirty="0">
              <a:solidFill>
                <a:schemeClr val="tx1"/>
              </a:solidFill>
            </a:endParaRP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B437EC80-F90E-C598-3CC7-A5590758F07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37516" y="6284058"/>
            <a:ext cx="228600" cy="228600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D23B1D78-313C-0557-480A-B171401AE789}"/>
              </a:ext>
            </a:extLst>
          </p:cNvPr>
          <p:cNvSpPr txBox="1"/>
          <p:nvPr/>
        </p:nvSpPr>
        <p:spPr>
          <a:xfrm>
            <a:off x="7213713" y="1145418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latin typeface="Aptos Narrow" panose="020B0004020202020204" pitchFamily="34" charset="0"/>
                <a:cs typeface="Arial" panose="020B0604020202020204" pitchFamily="34" charset="0"/>
              </a:rPr>
              <a:t>自取门店</a:t>
            </a:r>
            <a:endParaRPr lang="en-US" sz="11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6354471A-699B-F1BB-284B-BDAE48CEBE7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2137" y="1486440"/>
            <a:ext cx="365760" cy="365760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804E3438-1236-E1E9-7671-DBD381962457}"/>
              </a:ext>
            </a:extLst>
          </p:cNvPr>
          <p:cNvSpPr txBox="1"/>
          <p:nvPr/>
        </p:nvSpPr>
        <p:spPr>
          <a:xfrm>
            <a:off x="7706227" y="1442049"/>
            <a:ext cx="15077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latin typeface="Aptos Narrow" panose="020B0004020202020204" pitchFamily="34" charset="0"/>
                <a:cs typeface="Arial" panose="020B0604020202020204" pitchFamily="34" charset="0"/>
              </a:rPr>
              <a:t>Tea Stories (Kuchai)</a:t>
            </a:r>
            <a:endParaRPr lang="en-US" sz="11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D75D3DB-E902-D31D-2810-0BE7A96C0C0E}"/>
              </a:ext>
            </a:extLst>
          </p:cNvPr>
          <p:cNvSpPr txBox="1"/>
          <p:nvPr/>
        </p:nvSpPr>
        <p:spPr>
          <a:xfrm>
            <a:off x="7706227" y="1611834"/>
            <a:ext cx="24248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CN" sz="900" dirty="0">
                <a:latin typeface="Aptos Narrow" panose="020B0004020202020204" pitchFamily="34" charset="0"/>
                <a:cs typeface="Arial" panose="020B0604020202020204" pitchFamily="34" charset="0"/>
              </a:rPr>
              <a:t>Jalan </a:t>
            </a:r>
            <a:r>
              <a:rPr lang="fr-FR" altLang="zh-CN" sz="900" dirty="0" err="1">
                <a:latin typeface="Aptos Narrow" panose="020B0004020202020204" pitchFamily="34" charset="0"/>
                <a:cs typeface="Arial" panose="020B0604020202020204" pitchFamily="34" charset="0"/>
              </a:rPr>
              <a:t>Kuchai</a:t>
            </a:r>
            <a:r>
              <a:rPr lang="fr-FR" altLang="zh-CN" sz="900" dirty="0">
                <a:latin typeface="Aptos Narrow" panose="020B0004020202020204" pitchFamily="34" charset="0"/>
                <a:cs typeface="Arial" panose="020B0604020202020204" pitchFamily="34" charset="0"/>
              </a:rPr>
              <a:t> </a:t>
            </a:r>
            <a:r>
              <a:rPr lang="fr-FR" altLang="zh-CN" sz="900" dirty="0" err="1">
                <a:latin typeface="Aptos Narrow" panose="020B0004020202020204" pitchFamily="34" charset="0"/>
                <a:cs typeface="Arial" panose="020B0604020202020204" pitchFamily="34" charset="0"/>
              </a:rPr>
              <a:t>Maju</a:t>
            </a:r>
            <a:r>
              <a:rPr lang="fr-FR" altLang="zh-CN" sz="900" dirty="0">
                <a:latin typeface="Aptos Narrow" panose="020B0004020202020204" pitchFamily="34" charset="0"/>
                <a:cs typeface="Arial" panose="020B0604020202020204" pitchFamily="34" charset="0"/>
              </a:rPr>
              <a:t> 9, </a:t>
            </a:r>
            <a:r>
              <a:rPr lang="fr-FR" altLang="zh-CN" sz="900" dirty="0" err="1">
                <a:latin typeface="Aptos Narrow" panose="020B0004020202020204" pitchFamily="34" charset="0"/>
                <a:cs typeface="Arial" panose="020B0604020202020204" pitchFamily="34" charset="0"/>
              </a:rPr>
              <a:t>Kuchai</a:t>
            </a:r>
            <a:r>
              <a:rPr lang="fr-FR" altLang="zh-CN" sz="900" dirty="0">
                <a:latin typeface="Aptos Narrow" panose="020B0004020202020204" pitchFamily="34" charset="0"/>
                <a:cs typeface="Arial" panose="020B0604020202020204" pitchFamily="34" charset="0"/>
              </a:rPr>
              <a:t> Entrepreneurs Park</a:t>
            </a:r>
            <a:endParaRPr lang="en-US" sz="900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4D37421-A28F-5980-72C1-7456A5BDAB68}"/>
              </a:ext>
            </a:extLst>
          </p:cNvPr>
          <p:cNvSpPr/>
          <p:nvPr/>
        </p:nvSpPr>
        <p:spPr>
          <a:xfrm>
            <a:off x="7123249" y="4637513"/>
            <a:ext cx="3455598" cy="7016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C7DFE53-203D-9AD6-95EF-2C4698282C16}"/>
              </a:ext>
            </a:extLst>
          </p:cNvPr>
          <p:cNvSpPr txBox="1"/>
          <p:nvPr/>
        </p:nvSpPr>
        <p:spPr>
          <a:xfrm>
            <a:off x="7204575" y="4689460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latin typeface="Aptos Narrow" panose="020B0004020202020204" pitchFamily="34" charset="0"/>
                <a:cs typeface="Arial" panose="020B0604020202020204" pitchFamily="34" charset="0"/>
              </a:rPr>
              <a:t>支付方式</a:t>
            </a:r>
            <a:endParaRPr lang="en-US" sz="11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9" name="Picture 78" descr="A blue rectangle with yellow text&#10;&#10;AI-generated content may be incorrect.">
            <a:extLst>
              <a:ext uri="{FF2B5EF4-FFF2-40B4-BE49-F238E27FC236}">
                <a16:creationId xmlns:a16="http://schemas.microsoft.com/office/drawing/2014/main" id="{12267CFD-DFA1-71B9-2374-FDA38E4162C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3498" y="4974301"/>
            <a:ext cx="337735" cy="337735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3109CAA7-809B-045B-34BD-02B9C1228903}"/>
              </a:ext>
            </a:extLst>
          </p:cNvPr>
          <p:cNvSpPr txBox="1"/>
          <p:nvPr/>
        </p:nvSpPr>
        <p:spPr>
          <a:xfrm>
            <a:off x="7724401" y="5020057"/>
            <a:ext cx="15077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Aptos Narrow" panose="020B0004020202020204" pitchFamily="34" charset="0"/>
                <a:cs typeface="Arial" panose="020B0604020202020204" pitchFamily="34" charset="0"/>
              </a:rPr>
              <a:t>TNG</a:t>
            </a:r>
            <a:endParaRPr lang="en-US" sz="1000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A9103327-7B91-2CB5-DD7D-4616FF554E83}"/>
              </a:ext>
            </a:extLst>
          </p:cNvPr>
          <p:cNvSpPr/>
          <p:nvPr/>
        </p:nvSpPr>
        <p:spPr>
          <a:xfrm>
            <a:off x="10186201" y="5070401"/>
            <a:ext cx="145532" cy="14553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167CFE5-901E-B305-24CB-CA1D2D10A7EF}"/>
              </a:ext>
            </a:extLst>
          </p:cNvPr>
          <p:cNvSpPr txBox="1"/>
          <p:nvPr/>
        </p:nvSpPr>
        <p:spPr>
          <a:xfrm>
            <a:off x="10111951" y="5040863"/>
            <a:ext cx="2856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/>
                </a:solidFill>
                <a:latin typeface="Aptos Narrow" panose="020B00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</a:t>
            </a:r>
            <a:endParaRPr lang="en-US" sz="1000" dirty="0">
              <a:solidFill>
                <a:schemeClr val="bg1"/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1F64B62C-6346-BBCB-5F5A-7507D558B9C8}"/>
              </a:ext>
            </a:extLst>
          </p:cNvPr>
          <p:cNvSpPr/>
          <p:nvPr/>
        </p:nvSpPr>
        <p:spPr>
          <a:xfrm>
            <a:off x="7126844" y="254479"/>
            <a:ext cx="3459193" cy="6349042"/>
          </a:xfrm>
          <a:prstGeom prst="roundRect">
            <a:avLst>
              <a:gd name="adj" fmla="val 744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451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7E6125A9-8A2D-2DA1-2996-B0661AF63EA3}"/>
              </a:ext>
            </a:extLst>
          </p:cNvPr>
          <p:cNvSpPr/>
          <p:nvPr/>
        </p:nvSpPr>
        <p:spPr>
          <a:xfrm>
            <a:off x="4366403" y="1177571"/>
            <a:ext cx="3455598" cy="50011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E6E1CC-0717-B3CA-CE9E-8932FA17157D}"/>
              </a:ext>
            </a:extLst>
          </p:cNvPr>
          <p:cNvSpPr txBox="1"/>
          <p:nvPr/>
        </p:nvSpPr>
        <p:spPr>
          <a:xfrm>
            <a:off x="0" y="0"/>
            <a:ext cx="9140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address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B61E64-4F91-1808-270B-B71A74E6B8ED}"/>
              </a:ext>
            </a:extLst>
          </p:cNvPr>
          <p:cNvSpPr/>
          <p:nvPr/>
        </p:nvSpPr>
        <p:spPr>
          <a:xfrm>
            <a:off x="4366403" y="662185"/>
            <a:ext cx="3455598" cy="55310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19">
            <a:extLst>
              <a:ext uri="{FF2B5EF4-FFF2-40B4-BE49-F238E27FC236}">
                <a16:creationId xmlns:a16="http://schemas.microsoft.com/office/drawing/2014/main" id="{710B155B-E2C4-9C9F-4B06-93DC00F07FD2}"/>
              </a:ext>
            </a:extLst>
          </p:cNvPr>
          <p:cNvSpPr/>
          <p:nvPr/>
        </p:nvSpPr>
        <p:spPr>
          <a:xfrm rot="10800000">
            <a:off x="4366403" y="254479"/>
            <a:ext cx="3455661" cy="417641"/>
          </a:xfrm>
          <a:custGeom>
            <a:avLst/>
            <a:gdLst>
              <a:gd name="connsiteX0" fmla="*/ 0 w 3459193"/>
              <a:gd name="connsiteY0" fmla="*/ 76268 h 416694"/>
              <a:gd name="connsiteX1" fmla="*/ 76268 w 3459193"/>
              <a:gd name="connsiteY1" fmla="*/ 0 h 416694"/>
              <a:gd name="connsiteX2" fmla="*/ 3382925 w 3459193"/>
              <a:gd name="connsiteY2" fmla="*/ 0 h 416694"/>
              <a:gd name="connsiteX3" fmla="*/ 3459193 w 3459193"/>
              <a:gd name="connsiteY3" fmla="*/ 76268 h 416694"/>
              <a:gd name="connsiteX4" fmla="*/ 3459193 w 3459193"/>
              <a:gd name="connsiteY4" fmla="*/ 340426 h 416694"/>
              <a:gd name="connsiteX5" fmla="*/ 3382925 w 3459193"/>
              <a:gd name="connsiteY5" fmla="*/ 416694 h 416694"/>
              <a:gd name="connsiteX6" fmla="*/ 76268 w 3459193"/>
              <a:gd name="connsiteY6" fmla="*/ 416694 h 416694"/>
              <a:gd name="connsiteX7" fmla="*/ 0 w 3459193"/>
              <a:gd name="connsiteY7" fmla="*/ 340426 h 416694"/>
              <a:gd name="connsiteX8" fmla="*/ 0 w 3459193"/>
              <a:gd name="connsiteY8" fmla="*/ 76268 h 416694"/>
              <a:gd name="connsiteX0" fmla="*/ 98 w 3459291"/>
              <a:gd name="connsiteY0" fmla="*/ 76268 h 416694"/>
              <a:gd name="connsiteX1" fmla="*/ 38266 w 3459291"/>
              <a:gd name="connsiteY1" fmla="*/ 0 h 416694"/>
              <a:gd name="connsiteX2" fmla="*/ 3383023 w 3459291"/>
              <a:gd name="connsiteY2" fmla="*/ 0 h 416694"/>
              <a:gd name="connsiteX3" fmla="*/ 3459291 w 3459291"/>
              <a:gd name="connsiteY3" fmla="*/ 76268 h 416694"/>
              <a:gd name="connsiteX4" fmla="*/ 3459291 w 3459291"/>
              <a:gd name="connsiteY4" fmla="*/ 340426 h 416694"/>
              <a:gd name="connsiteX5" fmla="*/ 3383023 w 3459291"/>
              <a:gd name="connsiteY5" fmla="*/ 416694 h 416694"/>
              <a:gd name="connsiteX6" fmla="*/ 76366 w 3459291"/>
              <a:gd name="connsiteY6" fmla="*/ 416694 h 416694"/>
              <a:gd name="connsiteX7" fmla="*/ 98 w 3459291"/>
              <a:gd name="connsiteY7" fmla="*/ 340426 h 416694"/>
              <a:gd name="connsiteX8" fmla="*/ 98 w 3459291"/>
              <a:gd name="connsiteY8" fmla="*/ 76268 h 416694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382925 w 3459193"/>
              <a:gd name="connsiteY2" fmla="*/ 2272 h 418966"/>
              <a:gd name="connsiteX3" fmla="*/ 3459193 w 3459193"/>
              <a:gd name="connsiteY3" fmla="*/ 785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470"/>
              <a:gd name="connsiteY0" fmla="*/ 30280 h 418966"/>
              <a:gd name="connsiteX1" fmla="*/ 38168 w 3459470"/>
              <a:gd name="connsiteY1" fmla="*/ 2272 h 418966"/>
              <a:gd name="connsiteX2" fmla="*/ 3422930 w 3459470"/>
              <a:gd name="connsiteY2" fmla="*/ 367 h 418966"/>
              <a:gd name="connsiteX3" fmla="*/ 3459193 w 3459470"/>
              <a:gd name="connsiteY3" fmla="*/ 78540 h 418966"/>
              <a:gd name="connsiteX4" fmla="*/ 3459193 w 3459470"/>
              <a:gd name="connsiteY4" fmla="*/ 342698 h 418966"/>
              <a:gd name="connsiteX5" fmla="*/ 3382925 w 3459470"/>
              <a:gd name="connsiteY5" fmla="*/ 418966 h 418966"/>
              <a:gd name="connsiteX6" fmla="*/ 76268 w 3459470"/>
              <a:gd name="connsiteY6" fmla="*/ 418966 h 418966"/>
              <a:gd name="connsiteX7" fmla="*/ 0 w 3459470"/>
              <a:gd name="connsiteY7" fmla="*/ 342698 h 418966"/>
              <a:gd name="connsiteX8" fmla="*/ 2540 w 3459470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01010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301010 w 3461098"/>
              <a:gd name="connsiteY5" fmla="*/ 418966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25529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20778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9194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342698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163946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162040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0363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9252"/>
              <a:gd name="connsiteX1" fmla="*/ 36262 w 3457565"/>
              <a:gd name="connsiteY1" fmla="*/ 2272 h 419252"/>
              <a:gd name="connsiteX2" fmla="*/ 3421024 w 3457565"/>
              <a:gd name="connsiteY2" fmla="*/ 367 h 419252"/>
              <a:gd name="connsiteX3" fmla="*/ 3457288 w 3457565"/>
              <a:gd name="connsiteY3" fmla="*/ 40440 h 419252"/>
              <a:gd name="connsiteX4" fmla="*/ 3457286 w 3457565"/>
              <a:gd name="connsiteY4" fmla="*/ 196013 h 419252"/>
              <a:gd name="connsiteX5" fmla="*/ 3192424 w 3457565"/>
              <a:gd name="connsiteY5" fmla="*/ 417061 h 419252"/>
              <a:gd name="connsiteX6" fmla="*/ 242094 w 3457565"/>
              <a:gd name="connsiteY6" fmla="*/ 418966 h 419252"/>
              <a:gd name="connsiteX7" fmla="*/ 0 w 3457565"/>
              <a:gd name="connsiteY7" fmla="*/ 192202 h 419252"/>
              <a:gd name="connsiteX8" fmla="*/ 634 w 3457565"/>
              <a:gd name="connsiteY8" fmla="*/ 30280 h 419252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374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3740 h 417643"/>
              <a:gd name="connsiteX0" fmla="*/ 634 w 3457565"/>
              <a:gd name="connsiteY0" fmla="*/ 3755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7550 h 417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57565" h="417643">
                <a:moveTo>
                  <a:pt x="634" y="37550"/>
                </a:moveTo>
                <a:cubicBezTo>
                  <a:pt x="634" y="-4572"/>
                  <a:pt x="-5860" y="1922"/>
                  <a:pt x="36262" y="1922"/>
                </a:cubicBezTo>
                <a:lnTo>
                  <a:pt x="3421024" y="17"/>
                </a:lnTo>
                <a:cubicBezTo>
                  <a:pt x="3463146" y="17"/>
                  <a:pt x="3457288" y="-2032"/>
                  <a:pt x="3457288" y="40090"/>
                </a:cubicBezTo>
                <a:cubicBezTo>
                  <a:pt x="3457923" y="91948"/>
                  <a:pt x="3456651" y="143805"/>
                  <a:pt x="3457286" y="195663"/>
                </a:cubicBezTo>
                <a:cubicBezTo>
                  <a:pt x="3438236" y="363515"/>
                  <a:pt x="3278361" y="426236"/>
                  <a:pt x="3192424" y="416711"/>
                </a:cubicBezTo>
                <a:lnTo>
                  <a:pt x="264967" y="416711"/>
                </a:lnTo>
                <a:cubicBezTo>
                  <a:pt x="163757" y="426236"/>
                  <a:pt x="9530" y="344465"/>
                  <a:pt x="0" y="191852"/>
                </a:cubicBezTo>
                <a:cubicBezTo>
                  <a:pt x="847" y="87713"/>
                  <a:pt x="-213" y="141689"/>
                  <a:pt x="634" y="375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6C8956-A5C7-51D0-1F0F-61EA96AC0474}"/>
              </a:ext>
            </a:extLst>
          </p:cNvPr>
          <p:cNvSpPr txBox="1"/>
          <p:nvPr/>
        </p:nvSpPr>
        <p:spPr>
          <a:xfrm>
            <a:off x="4730196" y="313407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收货地址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angle: Rounded Corners 19">
            <a:extLst>
              <a:ext uri="{FF2B5EF4-FFF2-40B4-BE49-F238E27FC236}">
                <a16:creationId xmlns:a16="http://schemas.microsoft.com/office/drawing/2014/main" id="{002D947D-1334-9297-52C1-A19332D8407D}"/>
              </a:ext>
            </a:extLst>
          </p:cNvPr>
          <p:cNvSpPr/>
          <p:nvPr/>
        </p:nvSpPr>
        <p:spPr>
          <a:xfrm>
            <a:off x="4368169" y="6189066"/>
            <a:ext cx="3455661" cy="417641"/>
          </a:xfrm>
          <a:custGeom>
            <a:avLst/>
            <a:gdLst>
              <a:gd name="connsiteX0" fmla="*/ 0 w 3459193"/>
              <a:gd name="connsiteY0" fmla="*/ 76268 h 416694"/>
              <a:gd name="connsiteX1" fmla="*/ 76268 w 3459193"/>
              <a:gd name="connsiteY1" fmla="*/ 0 h 416694"/>
              <a:gd name="connsiteX2" fmla="*/ 3382925 w 3459193"/>
              <a:gd name="connsiteY2" fmla="*/ 0 h 416694"/>
              <a:gd name="connsiteX3" fmla="*/ 3459193 w 3459193"/>
              <a:gd name="connsiteY3" fmla="*/ 76268 h 416694"/>
              <a:gd name="connsiteX4" fmla="*/ 3459193 w 3459193"/>
              <a:gd name="connsiteY4" fmla="*/ 340426 h 416694"/>
              <a:gd name="connsiteX5" fmla="*/ 3382925 w 3459193"/>
              <a:gd name="connsiteY5" fmla="*/ 416694 h 416694"/>
              <a:gd name="connsiteX6" fmla="*/ 76268 w 3459193"/>
              <a:gd name="connsiteY6" fmla="*/ 416694 h 416694"/>
              <a:gd name="connsiteX7" fmla="*/ 0 w 3459193"/>
              <a:gd name="connsiteY7" fmla="*/ 340426 h 416694"/>
              <a:gd name="connsiteX8" fmla="*/ 0 w 3459193"/>
              <a:gd name="connsiteY8" fmla="*/ 76268 h 416694"/>
              <a:gd name="connsiteX0" fmla="*/ 98 w 3459291"/>
              <a:gd name="connsiteY0" fmla="*/ 76268 h 416694"/>
              <a:gd name="connsiteX1" fmla="*/ 38266 w 3459291"/>
              <a:gd name="connsiteY1" fmla="*/ 0 h 416694"/>
              <a:gd name="connsiteX2" fmla="*/ 3383023 w 3459291"/>
              <a:gd name="connsiteY2" fmla="*/ 0 h 416694"/>
              <a:gd name="connsiteX3" fmla="*/ 3459291 w 3459291"/>
              <a:gd name="connsiteY3" fmla="*/ 76268 h 416694"/>
              <a:gd name="connsiteX4" fmla="*/ 3459291 w 3459291"/>
              <a:gd name="connsiteY4" fmla="*/ 340426 h 416694"/>
              <a:gd name="connsiteX5" fmla="*/ 3383023 w 3459291"/>
              <a:gd name="connsiteY5" fmla="*/ 416694 h 416694"/>
              <a:gd name="connsiteX6" fmla="*/ 76366 w 3459291"/>
              <a:gd name="connsiteY6" fmla="*/ 416694 h 416694"/>
              <a:gd name="connsiteX7" fmla="*/ 98 w 3459291"/>
              <a:gd name="connsiteY7" fmla="*/ 340426 h 416694"/>
              <a:gd name="connsiteX8" fmla="*/ 98 w 3459291"/>
              <a:gd name="connsiteY8" fmla="*/ 76268 h 416694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382925 w 3459193"/>
              <a:gd name="connsiteY2" fmla="*/ 2272 h 418966"/>
              <a:gd name="connsiteX3" fmla="*/ 3459193 w 3459193"/>
              <a:gd name="connsiteY3" fmla="*/ 785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470"/>
              <a:gd name="connsiteY0" fmla="*/ 30280 h 418966"/>
              <a:gd name="connsiteX1" fmla="*/ 38168 w 3459470"/>
              <a:gd name="connsiteY1" fmla="*/ 2272 h 418966"/>
              <a:gd name="connsiteX2" fmla="*/ 3422930 w 3459470"/>
              <a:gd name="connsiteY2" fmla="*/ 367 h 418966"/>
              <a:gd name="connsiteX3" fmla="*/ 3459193 w 3459470"/>
              <a:gd name="connsiteY3" fmla="*/ 78540 h 418966"/>
              <a:gd name="connsiteX4" fmla="*/ 3459193 w 3459470"/>
              <a:gd name="connsiteY4" fmla="*/ 342698 h 418966"/>
              <a:gd name="connsiteX5" fmla="*/ 3382925 w 3459470"/>
              <a:gd name="connsiteY5" fmla="*/ 418966 h 418966"/>
              <a:gd name="connsiteX6" fmla="*/ 76268 w 3459470"/>
              <a:gd name="connsiteY6" fmla="*/ 418966 h 418966"/>
              <a:gd name="connsiteX7" fmla="*/ 0 w 3459470"/>
              <a:gd name="connsiteY7" fmla="*/ 342698 h 418966"/>
              <a:gd name="connsiteX8" fmla="*/ 2540 w 3459470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01010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301010 w 3461098"/>
              <a:gd name="connsiteY5" fmla="*/ 418966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25529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20778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9194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342698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163946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162040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0363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9252"/>
              <a:gd name="connsiteX1" fmla="*/ 36262 w 3457565"/>
              <a:gd name="connsiteY1" fmla="*/ 2272 h 419252"/>
              <a:gd name="connsiteX2" fmla="*/ 3421024 w 3457565"/>
              <a:gd name="connsiteY2" fmla="*/ 367 h 419252"/>
              <a:gd name="connsiteX3" fmla="*/ 3457288 w 3457565"/>
              <a:gd name="connsiteY3" fmla="*/ 40440 h 419252"/>
              <a:gd name="connsiteX4" fmla="*/ 3457286 w 3457565"/>
              <a:gd name="connsiteY4" fmla="*/ 196013 h 419252"/>
              <a:gd name="connsiteX5" fmla="*/ 3192424 w 3457565"/>
              <a:gd name="connsiteY5" fmla="*/ 417061 h 419252"/>
              <a:gd name="connsiteX6" fmla="*/ 242094 w 3457565"/>
              <a:gd name="connsiteY6" fmla="*/ 418966 h 419252"/>
              <a:gd name="connsiteX7" fmla="*/ 0 w 3457565"/>
              <a:gd name="connsiteY7" fmla="*/ 192202 h 419252"/>
              <a:gd name="connsiteX8" fmla="*/ 634 w 3457565"/>
              <a:gd name="connsiteY8" fmla="*/ 30280 h 419252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374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3740 h 417643"/>
              <a:gd name="connsiteX0" fmla="*/ 634 w 3457565"/>
              <a:gd name="connsiteY0" fmla="*/ 3755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7550 h 417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57565" h="417643">
                <a:moveTo>
                  <a:pt x="634" y="37550"/>
                </a:moveTo>
                <a:cubicBezTo>
                  <a:pt x="634" y="-4572"/>
                  <a:pt x="-5860" y="1922"/>
                  <a:pt x="36262" y="1922"/>
                </a:cubicBezTo>
                <a:lnTo>
                  <a:pt x="3421024" y="17"/>
                </a:lnTo>
                <a:cubicBezTo>
                  <a:pt x="3463146" y="17"/>
                  <a:pt x="3457288" y="-2032"/>
                  <a:pt x="3457288" y="40090"/>
                </a:cubicBezTo>
                <a:cubicBezTo>
                  <a:pt x="3457923" y="91948"/>
                  <a:pt x="3456651" y="143805"/>
                  <a:pt x="3457286" y="195663"/>
                </a:cubicBezTo>
                <a:cubicBezTo>
                  <a:pt x="3438236" y="363515"/>
                  <a:pt x="3278361" y="426236"/>
                  <a:pt x="3192424" y="416711"/>
                </a:cubicBezTo>
                <a:lnTo>
                  <a:pt x="264967" y="416711"/>
                </a:lnTo>
                <a:cubicBezTo>
                  <a:pt x="163757" y="426236"/>
                  <a:pt x="9530" y="344465"/>
                  <a:pt x="0" y="191852"/>
                </a:cubicBezTo>
                <a:cubicBezTo>
                  <a:pt x="847" y="87713"/>
                  <a:pt x="-213" y="141689"/>
                  <a:pt x="634" y="3755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D6335A98-ACB2-DEAA-A403-D28FA1BEF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1749" y="6282052"/>
            <a:ext cx="228600" cy="2286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8A9D788-09FD-3D7F-0AAC-F82D2C0C1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31486" y="6276838"/>
            <a:ext cx="228600" cy="2286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0AAF5B71-2564-67C3-38E6-28EE55F6A8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5781" y="6282052"/>
            <a:ext cx="228600" cy="22860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3EAE20BC-1048-B16B-51CB-05FA1F5820D5}"/>
              </a:ext>
            </a:extLst>
          </p:cNvPr>
          <p:cNvSpPr txBox="1"/>
          <p:nvPr/>
        </p:nvSpPr>
        <p:spPr>
          <a:xfrm>
            <a:off x="4445714" y="313407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EC388A-4323-C781-FE9B-7017EA0276CF}"/>
              </a:ext>
            </a:extLst>
          </p:cNvPr>
          <p:cNvSpPr txBox="1"/>
          <p:nvPr/>
        </p:nvSpPr>
        <p:spPr>
          <a:xfrm>
            <a:off x="6837223" y="324799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新增地址</a:t>
            </a:r>
            <a:endParaRPr lang="en-US" sz="12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8658D8-3F3D-C827-D181-DDAB1DBF3C1A}"/>
              </a:ext>
            </a:extLst>
          </p:cNvPr>
          <p:cNvSpPr txBox="1"/>
          <p:nvPr/>
        </p:nvSpPr>
        <p:spPr>
          <a:xfrm>
            <a:off x="6374547" y="322139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管理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7250F7-A8F9-5399-6AD3-0A7C5BD20DC9}"/>
              </a:ext>
            </a:extLst>
          </p:cNvPr>
          <p:cNvSpPr/>
          <p:nvPr/>
        </p:nvSpPr>
        <p:spPr>
          <a:xfrm>
            <a:off x="4366403" y="762984"/>
            <a:ext cx="3455598" cy="10916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B433ED-988E-08B0-C295-D7FFDDED8BD3}"/>
              </a:ext>
            </a:extLst>
          </p:cNvPr>
          <p:cNvSpPr txBox="1"/>
          <p:nvPr/>
        </p:nvSpPr>
        <p:spPr>
          <a:xfrm>
            <a:off x="4445714" y="852727"/>
            <a:ext cx="19895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Malaysia Selangor Seri Kembangan</a:t>
            </a:r>
            <a:endParaRPr lang="en-US" sz="1000" dirty="0">
              <a:solidFill>
                <a:schemeClr val="bg2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5A8959-59A9-D821-71D1-7EFFB0689838}"/>
              </a:ext>
            </a:extLst>
          </p:cNvPr>
          <p:cNvSpPr txBox="1"/>
          <p:nvPr/>
        </p:nvSpPr>
        <p:spPr>
          <a:xfrm>
            <a:off x="4445714" y="1145684"/>
            <a:ext cx="24212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ptos Narrow" panose="020B0004020202020204" pitchFamily="34" charset="0"/>
                <a:cs typeface="Arial" panose="020B0604020202020204" pitchFamily="34" charset="0"/>
              </a:rPr>
              <a:t>2 Jalan Bunga 1/5 Taman Bunga Raya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657584-7492-7118-A355-87ECE20EA582}"/>
              </a:ext>
            </a:extLst>
          </p:cNvPr>
          <p:cNvSpPr txBox="1"/>
          <p:nvPr/>
        </p:nvSpPr>
        <p:spPr>
          <a:xfrm>
            <a:off x="4445714" y="1475548"/>
            <a:ext cx="73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Aptos Narrow" panose="020B0004020202020204" pitchFamily="34" charset="0"/>
                <a:cs typeface="Arial" panose="020B0604020202020204" pitchFamily="34" charset="0"/>
              </a:rPr>
              <a:t>Jacquelyn</a:t>
            </a:r>
            <a:endParaRPr lang="en-US" sz="1000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57BDDE-4995-72C8-8B3F-CFB0F6637D96}"/>
              </a:ext>
            </a:extLst>
          </p:cNvPr>
          <p:cNvSpPr txBox="1"/>
          <p:nvPr/>
        </p:nvSpPr>
        <p:spPr>
          <a:xfrm>
            <a:off x="5144741" y="1475548"/>
            <a:ext cx="15077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Aptos Narrow" panose="020B0004020202020204" pitchFamily="34" charset="0"/>
                <a:cs typeface="Arial" panose="020B0604020202020204" pitchFamily="34" charset="0"/>
              </a:rPr>
              <a:t>125248864</a:t>
            </a:r>
            <a:endParaRPr lang="en-US" sz="1000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8230141-245F-DEAE-E3F0-6E2D65C22965}"/>
              </a:ext>
            </a:extLst>
          </p:cNvPr>
          <p:cNvSpPr/>
          <p:nvPr/>
        </p:nvSpPr>
        <p:spPr>
          <a:xfrm>
            <a:off x="5998808" y="1496643"/>
            <a:ext cx="548640" cy="2040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accent2"/>
                </a:solidFill>
              </a:rPr>
              <a:t>default</a:t>
            </a:r>
            <a:endParaRPr lang="en-US" sz="800" dirty="0">
              <a:solidFill>
                <a:schemeClr val="accent2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435BEA-8983-6422-0992-2239275FBBBF}"/>
              </a:ext>
            </a:extLst>
          </p:cNvPr>
          <p:cNvSpPr/>
          <p:nvPr/>
        </p:nvSpPr>
        <p:spPr>
          <a:xfrm>
            <a:off x="4362808" y="2019565"/>
            <a:ext cx="3455598" cy="10916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D6A870-FE90-06EF-5C99-981EC1E41397}"/>
              </a:ext>
            </a:extLst>
          </p:cNvPr>
          <p:cNvSpPr txBox="1"/>
          <p:nvPr/>
        </p:nvSpPr>
        <p:spPr>
          <a:xfrm>
            <a:off x="4442119" y="2109308"/>
            <a:ext cx="19895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Malaysia Selangor </a:t>
            </a:r>
            <a:r>
              <a:rPr lang="en-US" altLang="zh-CN" sz="1000" dirty="0" err="1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Petaling</a:t>
            </a:r>
            <a:r>
              <a:rPr lang="en-US" altLang="zh-CN" sz="1000" dirty="0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 Jaya</a:t>
            </a:r>
            <a:endParaRPr lang="en-US" sz="1000" dirty="0">
              <a:solidFill>
                <a:schemeClr val="bg2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701950-960C-5E68-0873-AE5B18E150F1}"/>
              </a:ext>
            </a:extLst>
          </p:cNvPr>
          <p:cNvSpPr txBox="1"/>
          <p:nvPr/>
        </p:nvSpPr>
        <p:spPr>
          <a:xfrm>
            <a:off x="4442119" y="2402265"/>
            <a:ext cx="24212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ptos Narrow" panose="020B0004020202020204" pitchFamily="34" charset="0"/>
                <a:cs typeface="Arial" panose="020B0604020202020204" pitchFamily="34" charset="0"/>
              </a:rPr>
              <a:t>6 Jalan SK 2/9 Taman Indah Damansara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0E1967-6A1A-3371-017C-17150AB16263}"/>
              </a:ext>
            </a:extLst>
          </p:cNvPr>
          <p:cNvSpPr txBox="1"/>
          <p:nvPr/>
        </p:nvSpPr>
        <p:spPr>
          <a:xfrm>
            <a:off x="4442119" y="2732129"/>
            <a:ext cx="73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Aptos Narrow" panose="020B0004020202020204" pitchFamily="34" charset="0"/>
                <a:cs typeface="Arial" panose="020B0604020202020204" pitchFamily="34" charset="0"/>
              </a:rPr>
              <a:t>ChaiYing</a:t>
            </a:r>
            <a:endParaRPr lang="en-US" sz="1000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C5DCEF-1D93-089B-8FAA-53E0E9D3A3EA}"/>
              </a:ext>
            </a:extLst>
          </p:cNvPr>
          <p:cNvSpPr txBox="1"/>
          <p:nvPr/>
        </p:nvSpPr>
        <p:spPr>
          <a:xfrm>
            <a:off x="5141146" y="2732129"/>
            <a:ext cx="15077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Aptos Narrow" panose="020B0004020202020204" pitchFamily="34" charset="0"/>
                <a:cs typeface="Arial" panose="020B0604020202020204" pitchFamily="34" charset="0"/>
              </a:rPr>
              <a:t>185426518</a:t>
            </a:r>
            <a:endParaRPr lang="en-US" sz="1000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9D5D826-6D23-EA4A-5863-1D632AD2CBDC}"/>
              </a:ext>
            </a:extLst>
          </p:cNvPr>
          <p:cNvSpPr/>
          <p:nvPr/>
        </p:nvSpPr>
        <p:spPr>
          <a:xfrm>
            <a:off x="4366403" y="254479"/>
            <a:ext cx="3459193" cy="6349042"/>
          </a:xfrm>
          <a:prstGeom prst="roundRect">
            <a:avLst>
              <a:gd name="adj" fmla="val 744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D4353C8-0BA8-AA11-F3EC-467A68F22C40}"/>
              </a:ext>
            </a:extLst>
          </p:cNvPr>
          <p:cNvCxnSpPr/>
          <p:nvPr/>
        </p:nvCxnSpPr>
        <p:spPr>
          <a:xfrm>
            <a:off x="4390943" y="1912617"/>
            <a:ext cx="338328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26392BD-3293-6B24-0409-11DD7A670214}"/>
              </a:ext>
            </a:extLst>
          </p:cNvPr>
          <p:cNvCxnSpPr/>
          <p:nvPr/>
        </p:nvCxnSpPr>
        <p:spPr>
          <a:xfrm>
            <a:off x="4390943" y="3166322"/>
            <a:ext cx="338328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2BEA616-62C1-921E-B23A-292629361948}"/>
              </a:ext>
            </a:extLst>
          </p:cNvPr>
          <p:cNvSpPr txBox="1"/>
          <p:nvPr/>
        </p:nvSpPr>
        <p:spPr>
          <a:xfrm>
            <a:off x="5840946" y="3251087"/>
            <a:ext cx="6400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到底啦</a:t>
            </a:r>
            <a:endParaRPr lang="en-US" sz="1000" dirty="0">
              <a:solidFill>
                <a:schemeClr val="bg1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0428267-AC1A-8482-A8EC-21D34A65C4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77075" y="6284058"/>
            <a:ext cx="228600" cy="228600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8631F0F5-3F09-CD0F-149F-13A59981CC16}"/>
              </a:ext>
            </a:extLst>
          </p:cNvPr>
          <p:cNvSpPr/>
          <p:nvPr/>
        </p:nvSpPr>
        <p:spPr>
          <a:xfrm>
            <a:off x="7391379" y="1172087"/>
            <a:ext cx="145532" cy="14553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56DECA5-8AE4-328A-5D3C-3C7134E4899E}"/>
              </a:ext>
            </a:extLst>
          </p:cNvPr>
          <p:cNvSpPr/>
          <p:nvPr/>
        </p:nvSpPr>
        <p:spPr>
          <a:xfrm>
            <a:off x="7421848" y="2492646"/>
            <a:ext cx="145532" cy="145532"/>
          </a:xfrm>
          <a:prstGeom prst="ellipse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E99FD55-2F16-F435-0283-341D2B99D3A4}"/>
              </a:ext>
            </a:extLst>
          </p:cNvPr>
          <p:cNvSpPr txBox="1"/>
          <p:nvPr/>
        </p:nvSpPr>
        <p:spPr>
          <a:xfrm>
            <a:off x="7317129" y="1142549"/>
            <a:ext cx="2856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/>
                </a:solidFill>
                <a:latin typeface="Aptos Narrow" panose="020B00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</a:t>
            </a:r>
            <a:endParaRPr lang="en-US" sz="1000" dirty="0">
              <a:solidFill>
                <a:schemeClr val="bg1"/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384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7E6125A9-8A2D-2DA1-2996-B0661AF63EA3}"/>
              </a:ext>
            </a:extLst>
          </p:cNvPr>
          <p:cNvSpPr/>
          <p:nvPr/>
        </p:nvSpPr>
        <p:spPr>
          <a:xfrm>
            <a:off x="4366403" y="1177571"/>
            <a:ext cx="3455598" cy="50011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E6E1CC-0717-B3CA-CE9E-8932FA17157D}"/>
              </a:ext>
            </a:extLst>
          </p:cNvPr>
          <p:cNvSpPr txBox="1"/>
          <p:nvPr/>
        </p:nvSpPr>
        <p:spPr>
          <a:xfrm>
            <a:off x="0" y="0"/>
            <a:ext cx="1955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address - add new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B61E64-4F91-1808-270B-B71A74E6B8ED}"/>
              </a:ext>
            </a:extLst>
          </p:cNvPr>
          <p:cNvSpPr/>
          <p:nvPr/>
        </p:nvSpPr>
        <p:spPr>
          <a:xfrm>
            <a:off x="4366403" y="662185"/>
            <a:ext cx="3455598" cy="55310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19">
            <a:extLst>
              <a:ext uri="{FF2B5EF4-FFF2-40B4-BE49-F238E27FC236}">
                <a16:creationId xmlns:a16="http://schemas.microsoft.com/office/drawing/2014/main" id="{710B155B-E2C4-9C9F-4B06-93DC00F07FD2}"/>
              </a:ext>
            </a:extLst>
          </p:cNvPr>
          <p:cNvSpPr/>
          <p:nvPr/>
        </p:nvSpPr>
        <p:spPr>
          <a:xfrm rot="10800000">
            <a:off x="4366403" y="254479"/>
            <a:ext cx="3455661" cy="417641"/>
          </a:xfrm>
          <a:custGeom>
            <a:avLst/>
            <a:gdLst>
              <a:gd name="connsiteX0" fmla="*/ 0 w 3459193"/>
              <a:gd name="connsiteY0" fmla="*/ 76268 h 416694"/>
              <a:gd name="connsiteX1" fmla="*/ 76268 w 3459193"/>
              <a:gd name="connsiteY1" fmla="*/ 0 h 416694"/>
              <a:gd name="connsiteX2" fmla="*/ 3382925 w 3459193"/>
              <a:gd name="connsiteY2" fmla="*/ 0 h 416694"/>
              <a:gd name="connsiteX3" fmla="*/ 3459193 w 3459193"/>
              <a:gd name="connsiteY3" fmla="*/ 76268 h 416694"/>
              <a:gd name="connsiteX4" fmla="*/ 3459193 w 3459193"/>
              <a:gd name="connsiteY4" fmla="*/ 340426 h 416694"/>
              <a:gd name="connsiteX5" fmla="*/ 3382925 w 3459193"/>
              <a:gd name="connsiteY5" fmla="*/ 416694 h 416694"/>
              <a:gd name="connsiteX6" fmla="*/ 76268 w 3459193"/>
              <a:gd name="connsiteY6" fmla="*/ 416694 h 416694"/>
              <a:gd name="connsiteX7" fmla="*/ 0 w 3459193"/>
              <a:gd name="connsiteY7" fmla="*/ 340426 h 416694"/>
              <a:gd name="connsiteX8" fmla="*/ 0 w 3459193"/>
              <a:gd name="connsiteY8" fmla="*/ 76268 h 416694"/>
              <a:gd name="connsiteX0" fmla="*/ 98 w 3459291"/>
              <a:gd name="connsiteY0" fmla="*/ 76268 h 416694"/>
              <a:gd name="connsiteX1" fmla="*/ 38266 w 3459291"/>
              <a:gd name="connsiteY1" fmla="*/ 0 h 416694"/>
              <a:gd name="connsiteX2" fmla="*/ 3383023 w 3459291"/>
              <a:gd name="connsiteY2" fmla="*/ 0 h 416694"/>
              <a:gd name="connsiteX3" fmla="*/ 3459291 w 3459291"/>
              <a:gd name="connsiteY3" fmla="*/ 76268 h 416694"/>
              <a:gd name="connsiteX4" fmla="*/ 3459291 w 3459291"/>
              <a:gd name="connsiteY4" fmla="*/ 340426 h 416694"/>
              <a:gd name="connsiteX5" fmla="*/ 3383023 w 3459291"/>
              <a:gd name="connsiteY5" fmla="*/ 416694 h 416694"/>
              <a:gd name="connsiteX6" fmla="*/ 76366 w 3459291"/>
              <a:gd name="connsiteY6" fmla="*/ 416694 h 416694"/>
              <a:gd name="connsiteX7" fmla="*/ 98 w 3459291"/>
              <a:gd name="connsiteY7" fmla="*/ 340426 h 416694"/>
              <a:gd name="connsiteX8" fmla="*/ 98 w 3459291"/>
              <a:gd name="connsiteY8" fmla="*/ 76268 h 416694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382925 w 3459193"/>
              <a:gd name="connsiteY2" fmla="*/ 2272 h 418966"/>
              <a:gd name="connsiteX3" fmla="*/ 3459193 w 3459193"/>
              <a:gd name="connsiteY3" fmla="*/ 785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470"/>
              <a:gd name="connsiteY0" fmla="*/ 30280 h 418966"/>
              <a:gd name="connsiteX1" fmla="*/ 38168 w 3459470"/>
              <a:gd name="connsiteY1" fmla="*/ 2272 h 418966"/>
              <a:gd name="connsiteX2" fmla="*/ 3422930 w 3459470"/>
              <a:gd name="connsiteY2" fmla="*/ 367 h 418966"/>
              <a:gd name="connsiteX3" fmla="*/ 3459193 w 3459470"/>
              <a:gd name="connsiteY3" fmla="*/ 78540 h 418966"/>
              <a:gd name="connsiteX4" fmla="*/ 3459193 w 3459470"/>
              <a:gd name="connsiteY4" fmla="*/ 342698 h 418966"/>
              <a:gd name="connsiteX5" fmla="*/ 3382925 w 3459470"/>
              <a:gd name="connsiteY5" fmla="*/ 418966 h 418966"/>
              <a:gd name="connsiteX6" fmla="*/ 76268 w 3459470"/>
              <a:gd name="connsiteY6" fmla="*/ 418966 h 418966"/>
              <a:gd name="connsiteX7" fmla="*/ 0 w 3459470"/>
              <a:gd name="connsiteY7" fmla="*/ 342698 h 418966"/>
              <a:gd name="connsiteX8" fmla="*/ 2540 w 3459470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01010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301010 w 3461098"/>
              <a:gd name="connsiteY5" fmla="*/ 418966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25529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20778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9194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342698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163946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162040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0363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9252"/>
              <a:gd name="connsiteX1" fmla="*/ 36262 w 3457565"/>
              <a:gd name="connsiteY1" fmla="*/ 2272 h 419252"/>
              <a:gd name="connsiteX2" fmla="*/ 3421024 w 3457565"/>
              <a:gd name="connsiteY2" fmla="*/ 367 h 419252"/>
              <a:gd name="connsiteX3" fmla="*/ 3457288 w 3457565"/>
              <a:gd name="connsiteY3" fmla="*/ 40440 h 419252"/>
              <a:gd name="connsiteX4" fmla="*/ 3457286 w 3457565"/>
              <a:gd name="connsiteY4" fmla="*/ 196013 h 419252"/>
              <a:gd name="connsiteX5" fmla="*/ 3192424 w 3457565"/>
              <a:gd name="connsiteY5" fmla="*/ 417061 h 419252"/>
              <a:gd name="connsiteX6" fmla="*/ 242094 w 3457565"/>
              <a:gd name="connsiteY6" fmla="*/ 418966 h 419252"/>
              <a:gd name="connsiteX7" fmla="*/ 0 w 3457565"/>
              <a:gd name="connsiteY7" fmla="*/ 192202 h 419252"/>
              <a:gd name="connsiteX8" fmla="*/ 634 w 3457565"/>
              <a:gd name="connsiteY8" fmla="*/ 30280 h 419252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374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3740 h 417643"/>
              <a:gd name="connsiteX0" fmla="*/ 634 w 3457565"/>
              <a:gd name="connsiteY0" fmla="*/ 3755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7550 h 417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57565" h="417643">
                <a:moveTo>
                  <a:pt x="634" y="37550"/>
                </a:moveTo>
                <a:cubicBezTo>
                  <a:pt x="634" y="-4572"/>
                  <a:pt x="-5860" y="1922"/>
                  <a:pt x="36262" y="1922"/>
                </a:cubicBezTo>
                <a:lnTo>
                  <a:pt x="3421024" y="17"/>
                </a:lnTo>
                <a:cubicBezTo>
                  <a:pt x="3463146" y="17"/>
                  <a:pt x="3457288" y="-2032"/>
                  <a:pt x="3457288" y="40090"/>
                </a:cubicBezTo>
                <a:cubicBezTo>
                  <a:pt x="3457923" y="91948"/>
                  <a:pt x="3456651" y="143805"/>
                  <a:pt x="3457286" y="195663"/>
                </a:cubicBezTo>
                <a:cubicBezTo>
                  <a:pt x="3438236" y="363515"/>
                  <a:pt x="3278361" y="426236"/>
                  <a:pt x="3192424" y="416711"/>
                </a:cubicBezTo>
                <a:lnTo>
                  <a:pt x="264967" y="416711"/>
                </a:lnTo>
                <a:cubicBezTo>
                  <a:pt x="163757" y="426236"/>
                  <a:pt x="9530" y="344465"/>
                  <a:pt x="0" y="191852"/>
                </a:cubicBezTo>
                <a:cubicBezTo>
                  <a:pt x="847" y="87713"/>
                  <a:pt x="-213" y="141689"/>
                  <a:pt x="634" y="375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6C8956-A5C7-51D0-1F0F-61EA96AC0474}"/>
              </a:ext>
            </a:extLst>
          </p:cNvPr>
          <p:cNvSpPr txBox="1"/>
          <p:nvPr/>
        </p:nvSpPr>
        <p:spPr>
          <a:xfrm>
            <a:off x="4730196" y="313407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收货地址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EAE20BC-1048-B16B-51CB-05FA1F5820D5}"/>
              </a:ext>
            </a:extLst>
          </p:cNvPr>
          <p:cNvSpPr txBox="1"/>
          <p:nvPr/>
        </p:nvSpPr>
        <p:spPr>
          <a:xfrm>
            <a:off x="4445714" y="313407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EC388A-4323-C781-FE9B-7017EA0276CF}"/>
              </a:ext>
            </a:extLst>
          </p:cNvPr>
          <p:cNvSpPr txBox="1"/>
          <p:nvPr/>
        </p:nvSpPr>
        <p:spPr>
          <a:xfrm>
            <a:off x="6837223" y="324799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新增地址</a:t>
            </a:r>
            <a:endParaRPr lang="en-US" sz="12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8658D8-3F3D-C827-D181-DDAB1DBF3C1A}"/>
              </a:ext>
            </a:extLst>
          </p:cNvPr>
          <p:cNvSpPr txBox="1"/>
          <p:nvPr/>
        </p:nvSpPr>
        <p:spPr>
          <a:xfrm>
            <a:off x="6374547" y="322139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管理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7250F7-A8F9-5399-6AD3-0A7C5BD20DC9}"/>
              </a:ext>
            </a:extLst>
          </p:cNvPr>
          <p:cNvSpPr/>
          <p:nvPr/>
        </p:nvSpPr>
        <p:spPr>
          <a:xfrm>
            <a:off x="4366403" y="762984"/>
            <a:ext cx="3455598" cy="10916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B433ED-988E-08B0-C295-D7FFDDED8BD3}"/>
              </a:ext>
            </a:extLst>
          </p:cNvPr>
          <p:cNvSpPr txBox="1"/>
          <p:nvPr/>
        </p:nvSpPr>
        <p:spPr>
          <a:xfrm>
            <a:off x="4445714" y="852727"/>
            <a:ext cx="19895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Malaysia Selangor Seri Kembangan</a:t>
            </a:r>
            <a:endParaRPr lang="en-US" sz="1000" dirty="0">
              <a:solidFill>
                <a:schemeClr val="bg2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5A8959-59A9-D821-71D1-7EFFB0689838}"/>
              </a:ext>
            </a:extLst>
          </p:cNvPr>
          <p:cNvSpPr txBox="1"/>
          <p:nvPr/>
        </p:nvSpPr>
        <p:spPr>
          <a:xfrm>
            <a:off x="4445714" y="1145684"/>
            <a:ext cx="24212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ptos Narrow" panose="020B0004020202020204" pitchFamily="34" charset="0"/>
                <a:cs typeface="Arial" panose="020B0604020202020204" pitchFamily="34" charset="0"/>
              </a:rPr>
              <a:t>2 Jalan Bunga 1/5 Taman Bunga Raya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657584-7492-7118-A355-87ECE20EA582}"/>
              </a:ext>
            </a:extLst>
          </p:cNvPr>
          <p:cNvSpPr txBox="1"/>
          <p:nvPr/>
        </p:nvSpPr>
        <p:spPr>
          <a:xfrm>
            <a:off x="4445714" y="1475548"/>
            <a:ext cx="73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Aptos Narrow" panose="020B0004020202020204" pitchFamily="34" charset="0"/>
                <a:cs typeface="Arial" panose="020B0604020202020204" pitchFamily="34" charset="0"/>
              </a:rPr>
              <a:t>Jacquelyn</a:t>
            </a:r>
            <a:endParaRPr lang="en-US" sz="1000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57BDDE-4995-72C8-8B3F-CFB0F6637D96}"/>
              </a:ext>
            </a:extLst>
          </p:cNvPr>
          <p:cNvSpPr txBox="1"/>
          <p:nvPr/>
        </p:nvSpPr>
        <p:spPr>
          <a:xfrm>
            <a:off x="5144741" y="1475548"/>
            <a:ext cx="15077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Aptos Narrow" panose="020B0004020202020204" pitchFamily="34" charset="0"/>
                <a:cs typeface="Arial" panose="020B0604020202020204" pitchFamily="34" charset="0"/>
              </a:rPr>
              <a:t>125248864</a:t>
            </a:r>
            <a:endParaRPr lang="en-US" sz="1000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8230141-245F-DEAE-E3F0-6E2D65C22965}"/>
              </a:ext>
            </a:extLst>
          </p:cNvPr>
          <p:cNvSpPr/>
          <p:nvPr/>
        </p:nvSpPr>
        <p:spPr>
          <a:xfrm>
            <a:off x="5998808" y="1496643"/>
            <a:ext cx="548640" cy="2040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accent2"/>
                </a:solidFill>
              </a:rPr>
              <a:t>default</a:t>
            </a:r>
            <a:endParaRPr lang="en-US" sz="800" dirty="0">
              <a:solidFill>
                <a:schemeClr val="accent2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435BEA-8983-6422-0992-2239275FBBBF}"/>
              </a:ext>
            </a:extLst>
          </p:cNvPr>
          <p:cNvSpPr/>
          <p:nvPr/>
        </p:nvSpPr>
        <p:spPr>
          <a:xfrm>
            <a:off x="4362808" y="2019565"/>
            <a:ext cx="3455598" cy="10916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D6A870-FE90-06EF-5C99-981EC1E41397}"/>
              </a:ext>
            </a:extLst>
          </p:cNvPr>
          <p:cNvSpPr txBox="1"/>
          <p:nvPr/>
        </p:nvSpPr>
        <p:spPr>
          <a:xfrm>
            <a:off x="4442119" y="2109308"/>
            <a:ext cx="19895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Malaysia Selangor </a:t>
            </a:r>
            <a:r>
              <a:rPr lang="en-US" altLang="zh-CN" sz="1000" dirty="0" err="1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Petaling</a:t>
            </a:r>
            <a:r>
              <a:rPr lang="en-US" altLang="zh-CN" sz="1000" dirty="0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 Jaya</a:t>
            </a:r>
            <a:endParaRPr lang="en-US" sz="1000" dirty="0">
              <a:solidFill>
                <a:schemeClr val="bg2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701950-960C-5E68-0873-AE5B18E150F1}"/>
              </a:ext>
            </a:extLst>
          </p:cNvPr>
          <p:cNvSpPr txBox="1"/>
          <p:nvPr/>
        </p:nvSpPr>
        <p:spPr>
          <a:xfrm>
            <a:off x="4442119" y="2402265"/>
            <a:ext cx="24212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ptos Narrow" panose="020B0004020202020204" pitchFamily="34" charset="0"/>
                <a:cs typeface="Arial" panose="020B0604020202020204" pitchFamily="34" charset="0"/>
              </a:rPr>
              <a:t>6 Jalan SK 2/9 Taman Indah Damansara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0E1967-6A1A-3371-017C-17150AB16263}"/>
              </a:ext>
            </a:extLst>
          </p:cNvPr>
          <p:cNvSpPr txBox="1"/>
          <p:nvPr/>
        </p:nvSpPr>
        <p:spPr>
          <a:xfrm>
            <a:off x="4442119" y="2732129"/>
            <a:ext cx="73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Aptos Narrow" panose="020B0004020202020204" pitchFamily="34" charset="0"/>
                <a:cs typeface="Arial" panose="020B0604020202020204" pitchFamily="34" charset="0"/>
              </a:rPr>
              <a:t>ChaiYing</a:t>
            </a:r>
            <a:endParaRPr lang="en-US" sz="1000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C5DCEF-1D93-089B-8FAA-53E0E9D3A3EA}"/>
              </a:ext>
            </a:extLst>
          </p:cNvPr>
          <p:cNvSpPr txBox="1"/>
          <p:nvPr/>
        </p:nvSpPr>
        <p:spPr>
          <a:xfrm>
            <a:off x="5141146" y="2732129"/>
            <a:ext cx="15077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Aptos Narrow" panose="020B0004020202020204" pitchFamily="34" charset="0"/>
                <a:cs typeface="Arial" panose="020B0604020202020204" pitchFamily="34" charset="0"/>
              </a:rPr>
              <a:t>185426518</a:t>
            </a:r>
            <a:endParaRPr lang="en-US" sz="1000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D4353C8-0BA8-AA11-F3EC-467A68F22C40}"/>
              </a:ext>
            </a:extLst>
          </p:cNvPr>
          <p:cNvCxnSpPr/>
          <p:nvPr/>
        </p:nvCxnSpPr>
        <p:spPr>
          <a:xfrm>
            <a:off x="4390943" y="1912617"/>
            <a:ext cx="338328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26392BD-3293-6B24-0409-11DD7A670214}"/>
              </a:ext>
            </a:extLst>
          </p:cNvPr>
          <p:cNvCxnSpPr/>
          <p:nvPr/>
        </p:nvCxnSpPr>
        <p:spPr>
          <a:xfrm>
            <a:off x="4390943" y="3166322"/>
            <a:ext cx="338328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2BEA616-62C1-921E-B23A-292629361948}"/>
              </a:ext>
            </a:extLst>
          </p:cNvPr>
          <p:cNvSpPr txBox="1"/>
          <p:nvPr/>
        </p:nvSpPr>
        <p:spPr>
          <a:xfrm>
            <a:off x="5840946" y="3251087"/>
            <a:ext cx="6400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到底啦</a:t>
            </a:r>
            <a:endParaRPr lang="en-US" sz="1000" dirty="0">
              <a:solidFill>
                <a:schemeClr val="bg1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631F0F5-3F09-CD0F-149F-13A59981CC16}"/>
              </a:ext>
            </a:extLst>
          </p:cNvPr>
          <p:cNvSpPr/>
          <p:nvPr/>
        </p:nvSpPr>
        <p:spPr>
          <a:xfrm>
            <a:off x="7391379" y="1172087"/>
            <a:ext cx="145532" cy="14553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56DECA5-8AE4-328A-5D3C-3C7134E4899E}"/>
              </a:ext>
            </a:extLst>
          </p:cNvPr>
          <p:cNvSpPr/>
          <p:nvPr/>
        </p:nvSpPr>
        <p:spPr>
          <a:xfrm>
            <a:off x="7421848" y="2492646"/>
            <a:ext cx="145532" cy="145532"/>
          </a:xfrm>
          <a:prstGeom prst="ellipse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E99FD55-2F16-F435-0283-341D2B99D3A4}"/>
              </a:ext>
            </a:extLst>
          </p:cNvPr>
          <p:cNvSpPr txBox="1"/>
          <p:nvPr/>
        </p:nvSpPr>
        <p:spPr>
          <a:xfrm>
            <a:off x="7317129" y="1142549"/>
            <a:ext cx="2856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/>
                </a:solidFill>
                <a:latin typeface="Aptos Narrow" panose="020B00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</a:t>
            </a:r>
            <a:endParaRPr lang="en-US" sz="1000" dirty="0">
              <a:solidFill>
                <a:schemeClr val="bg1"/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D200E92-9E91-0F1B-FD0F-CC7C13B8725E}"/>
              </a:ext>
            </a:extLst>
          </p:cNvPr>
          <p:cNvGrpSpPr/>
          <p:nvPr/>
        </p:nvGrpSpPr>
        <p:grpSpPr>
          <a:xfrm>
            <a:off x="4369935" y="261732"/>
            <a:ext cx="3455661" cy="5940025"/>
            <a:chOff x="449515" y="443712"/>
            <a:chExt cx="3455661" cy="5940025"/>
          </a:xfrm>
          <a:solidFill>
            <a:srgbClr val="000000">
              <a:alpha val="50196"/>
            </a:srgbClr>
          </a:solidFill>
        </p:grpSpPr>
        <p:sp>
          <p:nvSpPr>
            <p:cNvPr id="13" name="Rectangle: Rounded Corners 19">
              <a:extLst>
                <a:ext uri="{FF2B5EF4-FFF2-40B4-BE49-F238E27FC236}">
                  <a16:creationId xmlns:a16="http://schemas.microsoft.com/office/drawing/2014/main" id="{89171516-F20B-1938-94D6-24A8E229C4C5}"/>
                </a:ext>
              </a:extLst>
            </p:cNvPr>
            <p:cNvSpPr/>
            <p:nvPr/>
          </p:nvSpPr>
          <p:spPr>
            <a:xfrm rot="10800000">
              <a:off x="449515" y="443712"/>
              <a:ext cx="3455661" cy="417641"/>
            </a:xfrm>
            <a:custGeom>
              <a:avLst/>
              <a:gdLst>
                <a:gd name="connsiteX0" fmla="*/ 0 w 3459193"/>
                <a:gd name="connsiteY0" fmla="*/ 76268 h 416694"/>
                <a:gd name="connsiteX1" fmla="*/ 76268 w 3459193"/>
                <a:gd name="connsiteY1" fmla="*/ 0 h 416694"/>
                <a:gd name="connsiteX2" fmla="*/ 3382925 w 3459193"/>
                <a:gd name="connsiteY2" fmla="*/ 0 h 416694"/>
                <a:gd name="connsiteX3" fmla="*/ 3459193 w 3459193"/>
                <a:gd name="connsiteY3" fmla="*/ 76268 h 416694"/>
                <a:gd name="connsiteX4" fmla="*/ 3459193 w 3459193"/>
                <a:gd name="connsiteY4" fmla="*/ 340426 h 416694"/>
                <a:gd name="connsiteX5" fmla="*/ 3382925 w 3459193"/>
                <a:gd name="connsiteY5" fmla="*/ 416694 h 416694"/>
                <a:gd name="connsiteX6" fmla="*/ 76268 w 3459193"/>
                <a:gd name="connsiteY6" fmla="*/ 416694 h 416694"/>
                <a:gd name="connsiteX7" fmla="*/ 0 w 3459193"/>
                <a:gd name="connsiteY7" fmla="*/ 340426 h 416694"/>
                <a:gd name="connsiteX8" fmla="*/ 0 w 3459193"/>
                <a:gd name="connsiteY8" fmla="*/ 76268 h 416694"/>
                <a:gd name="connsiteX0" fmla="*/ 98 w 3459291"/>
                <a:gd name="connsiteY0" fmla="*/ 76268 h 416694"/>
                <a:gd name="connsiteX1" fmla="*/ 38266 w 3459291"/>
                <a:gd name="connsiteY1" fmla="*/ 0 h 416694"/>
                <a:gd name="connsiteX2" fmla="*/ 3383023 w 3459291"/>
                <a:gd name="connsiteY2" fmla="*/ 0 h 416694"/>
                <a:gd name="connsiteX3" fmla="*/ 3459291 w 3459291"/>
                <a:gd name="connsiteY3" fmla="*/ 76268 h 416694"/>
                <a:gd name="connsiteX4" fmla="*/ 3459291 w 3459291"/>
                <a:gd name="connsiteY4" fmla="*/ 340426 h 416694"/>
                <a:gd name="connsiteX5" fmla="*/ 3383023 w 3459291"/>
                <a:gd name="connsiteY5" fmla="*/ 416694 h 416694"/>
                <a:gd name="connsiteX6" fmla="*/ 76366 w 3459291"/>
                <a:gd name="connsiteY6" fmla="*/ 416694 h 416694"/>
                <a:gd name="connsiteX7" fmla="*/ 98 w 3459291"/>
                <a:gd name="connsiteY7" fmla="*/ 340426 h 416694"/>
                <a:gd name="connsiteX8" fmla="*/ 98 w 3459291"/>
                <a:gd name="connsiteY8" fmla="*/ 76268 h 416694"/>
                <a:gd name="connsiteX0" fmla="*/ 2540 w 3459193"/>
                <a:gd name="connsiteY0" fmla="*/ 30280 h 418966"/>
                <a:gd name="connsiteX1" fmla="*/ 38168 w 3459193"/>
                <a:gd name="connsiteY1" fmla="*/ 2272 h 418966"/>
                <a:gd name="connsiteX2" fmla="*/ 3382925 w 3459193"/>
                <a:gd name="connsiteY2" fmla="*/ 2272 h 418966"/>
                <a:gd name="connsiteX3" fmla="*/ 3459193 w 3459193"/>
                <a:gd name="connsiteY3" fmla="*/ 78540 h 418966"/>
                <a:gd name="connsiteX4" fmla="*/ 3459193 w 3459193"/>
                <a:gd name="connsiteY4" fmla="*/ 342698 h 418966"/>
                <a:gd name="connsiteX5" fmla="*/ 3382925 w 3459193"/>
                <a:gd name="connsiteY5" fmla="*/ 418966 h 418966"/>
                <a:gd name="connsiteX6" fmla="*/ 76268 w 3459193"/>
                <a:gd name="connsiteY6" fmla="*/ 418966 h 418966"/>
                <a:gd name="connsiteX7" fmla="*/ 0 w 3459193"/>
                <a:gd name="connsiteY7" fmla="*/ 342698 h 418966"/>
                <a:gd name="connsiteX8" fmla="*/ 2540 w 3459193"/>
                <a:gd name="connsiteY8" fmla="*/ 30280 h 418966"/>
                <a:gd name="connsiteX0" fmla="*/ 2540 w 3459470"/>
                <a:gd name="connsiteY0" fmla="*/ 30280 h 418966"/>
                <a:gd name="connsiteX1" fmla="*/ 38168 w 3459470"/>
                <a:gd name="connsiteY1" fmla="*/ 2272 h 418966"/>
                <a:gd name="connsiteX2" fmla="*/ 3422930 w 3459470"/>
                <a:gd name="connsiteY2" fmla="*/ 367 h 418966"/>
                <a:gd name="connsiteX3" fmla="*/ 3459193 w 3459470"/>
                <a:gd name="connsiteY3" fmla="*/ 78540 h 418966"/>
                <a:gd name="connsiteX4" fmla="*/ 3459193 w 3459470"/>
                <a:gd name="connsiteY4" fmla="*/ 342698 h 418966"/>
                <a:gd name="connsiteX5" fmla="*/ 3382925 w 3459470"/>
                <a:gd name="connsiteY5" fmla="*/ 418966 h 418966"/>
                <a:gd name="connsiteX6" fmla="*/ 76268 w 3459470"/>
                <a:gd name="connsiteY6" fmla="*/ 418966 h 418966"/>
                <a:gd name="connsiteX7" fmla="*/ 0 w 3459470"/>
                <a:gd name="connsiteY7" fmla="*/ 342698 h 418966"/>
                <a:gd name="connsiteX8" fmla="*/ 2540 w 3459470"/>
                <a:gd name="connsiteY8" fmla="*/ 30280 h 418966"/>
                <a:gd name="connsiteX0" fmla="*/ 2540 w 3459193"/>
                <a:gd name="connsiteY0" fmla="*/ 30280 h 418966"/>
                <a:gd name="connsiteX1" fmla="*/ 38168 w 3459193"/>
                <a:gd name="connsiteY1" fmla="*/ 2272 h 418966"/>
                <a:gd name="connsiteX2" fmla="*/ 3422930 w 3459193"/>
                <a:gd name="connsiteY2" fmla="*/ 367 h 418966"/>
                <a:gd name="connsiteX3" fmla="*/ 3457288 w 3459193"/>
                <a:gd name="connsiteY3" fmla="*/ 40440 h 418966"/>
                <a:gd name="connsiteX4" fmla="*/ 3459193 w 3459193"/>
                <a:gd name="connsiteY4" fmla="*/ 342698 h 418966"/>
                <a:gd name="connsiteX5" fmla="*/ 3382925 w 3459193"/>
                <a:gd name="connsiteY5" fmla="*/ 418966 h 418966"/>
                <a:gd name="connsiteX6" fmla="*/ 76268 w 3459193"/>
                <a:gd name="connsiteY6" fmla="*/ 418966 h 418966"/>
                <a:gd name="connsiteX7" fmla="*/ 0 w 3459193"/>
                <a:gd name="connsiteY7" fmla="*/ 342698 h 418966"/>
                <a:gd name="connsiteX8" fmla="*/ 2540 w 3459193"/>
                <a:gd name="connsiteY8" fmla="*/ 30280 h 418966"/>
                <a:gd name="connsiteX0" fmla="*/ 2540 w 3459193"/>
                <a:gd name="connsiteY0" fmla="*/ 30280 h 418966"/>
                <a:gd name="connsiteX1" fmla="*/ 38168 w 3459193"/>
                <a:gd name="connsiteY1" fmla="*/ 2272 h 418966"/>
                <a:gd name="connsiteX2" fmla="*/ 3422930 w 3459193"/>
                <a:gd name="connsiteY2" fmla="*/ 367 h 418966"/>
                <a:gd name="connsiteX3" fmla="*/ 3457288 w 3459193"/>
                <a:gd name="connsiteY3" fmla="*/ 40440 h 418966"/>
                <a:gd name="connsiteX4" fmla="*/ 3459193 w 3459193"/>
                <a:gd name="connsiteY4" fmla="*/ 295073 h 418966"/>
                <a:gd name="connsiteX5" fmla="*/ 3382925 w 3459193"/>
                <a:gd name="connsiteY5" fmla="*/ 418966 h 418966"/>
                <a:gd name="connsiteX6" fmla="*/ 76268 w 3459193"/>
                <a:gd name="connsiteY6" fmla="*/ 418966 h 418966"/>
                <a:gd name="connsiteX7" fmla="*/ 0 w 3459193"/>
                <a:gd name="connsiteY7" fmla="*/ 342698 h 418966"/>
                <a:gd name="connsiteX8" fmla="*/ 2540 w 3459193"/>
                <a:gd name="connsiteY8" fmla="*/ 30280 h 418966"/>
                <a:gd name="connsiteX0" fmla="*/ 2540 w 3459193"/>
                <a:gd name="connsiteY0" fmla="*/ 30280 h 418966"/>
                <a:gd name="connsiteX1" fmla="*/ 38168 w 3459193"/>
                <a:gd name="connsiteY1" fmla="*/ 2272 h 418966"/>
                <a:gd name="connsiteX2" fmla="*/ 3422930 w 3459193"/>
                <a:gd name="connsiteY2" fmla="*/ 367 h 418966"/>
                <a:gd name="connsiteX3" fmla="*/ 3457288 w 3459193"/>
                <a:gd name="connsiteY3" fmla="*/ 40440 h 418966"/>
                <a:gd name="connsiteX4" fmla="*/ 3459193 w 3459193"/>
                <a:gd name="connsiteY4" fmla="*/ 295073 h 418966"/>
                <a:gd name="connsiteX5" fmla="*/ 3301010 w 3459193"/>
                <a:gd name="connsiteY5" fmla="*/ 418966 h 418966"/>
                <a:gd name="connsiteX6" fmla="*/ 76268 w 3459193"/>
                <a:gd name="connsiteY6" fmla="*/ 418966 h 418966"/>
                <a:gd name="connsiteX7" fmla="*/ 0 w 3459193"/>
                <a:gd name="connsiteY7" fmla="*/ 342698 h 418966"/>
                <a:gd name="connsiteX8" fmla="*/ 2540 w 3459193"/>
                <a:gd name="connsiteY8" fmla="*/ 30280 h 418966"/>
                <a:gd name="connsiteX0" fmla="*/ 2540 w 3461098"/>
                <a:gd name="connsiteY0" fmla="*/ 30280 h 418966"/>
                <a:gd name="connsiteX1" fmla="*/ 38168 w 3461098"/>
                <a:gd name="connsiteY1" fmla="*/ 2272 h 418966"/>
                <a:gd name="connsiteX2" fmla="*/ 3422930 w 3461098"/>
                <a:gd name="connsiteY2" fmla="*/ 367 h 418966"/>
                <a:gd name="connsiteX3" fmla="*/ 3457288 w 3461098"/>
                <a:gd name="connsiteY3" fmla="*/ 40440 h 418966"/>
                <a:gd name="connsiteX4" fmla="*/ 3461098 w 3461098"/>
                <a:gd name="connsiteY4" fmla="*/ 249353 h 418966"/>
                <a:gd name="connsiteX5" fmla="*/ 3301010 w 3461098"/>
                <a:gd name="connsiteY5" fmla="*/ 418966 h 418966"/>
                <a:gd name="connsiteX6" fmla="*/ 76268 w 3461098"/>
                <a:gd name="connsiteY6" fmla="*/ 418966 h 418966"/>
                <a:gd name="connsiteX7" fmla="*/ 0 w 3461098"/>
                <a:gd name="connsiteY7" fmla="*/ 342698 h 418966"/>
                <a:gd name="connsiteX8" fmla="*/ 2540 w 3461098"/>
                <a:gd name="connsiteY8" fmla="*/ 30280 h 418966"/>
                <a:gd name="connsiteX0" fmla="*/ 2540 w 3461098"/>
                <a:gd name="connsiteY0" fmla="*/ 30280 h 418966"/>
                <a:gd name="connsiteX1" fmla="*/ 38168 w 3461098"/>
                <a:gd name="connsiteY1" fmla="*/ 2272 h 418966"/>
                <a:gd name="connsiteX2" fmla="*/ 3422930 w 3461098"/>
                <a:gd name="connsiteY2" fmla="*/ 367 h 418966"/>
                <a:gd name="connsiteX3" fmla="*/ 3457288 w 3461098"/>
                <a:gd name="connsiteY3" fmla="*/ 40440 h 418966"/>
                <a:gd name="connsiteX4" fmla="*/ 3461098 w 3461098"/>
                <a:gd name="connsiteY4" fmla="*/ 249353 h 418966"/>
                <a:gd name="connsiteX5" fmla="*/ 3255290 w 3461098"/>
                <a:gd name="connsiteY5" fmla="*/ 417061 h 418966"/>
                <a:gd name="connsiteX6" fmla="*/ 76268 w 3461098"/>
                <a:gd name="connsiteY6" fmla="*/ 418966 h 418966"/>
                <a:gd name="connsiteX7" fmla="*/ 0 w 3461098"/>
                <a:gd name="connsiteY7" fmla="*/ 342698 h 418966"/>
                <a:gd name="connsiteX8" fmla="*/ 2540 w 3461098"/>
                <a:gd name="connsiteY8" fmla="*/ 30280 h 418966"/>
                <a:gd name="connsiteX0" fmla="*/ 2540 w 3461098"/>
                <a:gd name="connsiteY0" fmla="*/ 30280 h 418966"/>
                <a:gd name="connsiteX1" fmla="*/ 38168 w 3461098"/>
                <a:gd name="connsiteY1" fmla="*/ 2272 h 418966"/>
                <a:gd name="connsiteX2" fmla="*/ 3422930 w 3461098"/>
                <a:gd name="connsiteY2" fmla="*/ 367 h 418966"/>
                <a:gd name="connsiteX3" fmla="*/ 3457288 w 3461098"/>
                <a:gd name="connsiteY3" fmla="*/ 40440 h 418966"/>
                <a:gd name="connsiteX4" fmla="*/ 3461098 w 3461098"/>
                <a:gd name="connsiteY4" fmla="*/ 249353 h 418966"/>
                <a:gd name="connsiteX5" fmla="*/ 3194330 w 3461098"/>
                <a:gd name="connsiteY5" fmla="*/ 417061 h 418966"/>
                <a:gd name="connsiteX6" fmla="*/ 76268 w 3461098"/>
                <a:gd name="connsiteY6" fmla="*/ 418966 h 418966"/>
                <a:gd name="connsiteX7" fmla="*/ 0 w 3461098"/>
                <a:gd name="connsiteY7" fmla="*/ 342698 h 418966"/>
                <a:gd name="connsiteX8" fmla="*/ 2540 w 3461098"/>
                <a:gd name="connsiteY8" fmla="*/ 30280 h 418966"/>
                <a:gd name="connsiteX0" fmla="*/ 2540 w 3461098"/>
                <a:gd name="connsiteY0" fmla="*/ 30280 h 418966"/>
                <a:gd name="connsiteX1" fmla="*/ 38168 w 3461098"/>
                <a:gd name="connsiteY1" fmla="*/ 2272 h 418966"/>
                <a:gd name="connsiteX2" fmla="*/ 3422930 w 3461098"/>
                <a:gd name="connsiteY2" fmla="*/ 367 h 418966"/>
                <a:gd name="connsiteX3" fmla="*/ 3457288 w 3461098"/>
                <a:gd name="connsiteY3" fmla="*/ 40440 h 418966"/>
                <a:gd name="connsiteX4" fmla="*/ 3461098 w 3461098"/>
                <a:gd name="connsiteY4" fmla="*/ 220778 h 418966"/>
                <a:gd name="connsiteX5" fmla="*/ 3194330 w 3461098"/>
                <a:gd name="connsiteY5" fmla="*/ 417061 h 418966"/>
                <a:gd name="connsiteX6" fmla="*/ 76268 w 3461098"/>
                <a:gd name="connsiteY6" fmla="*/ 418966 h 418966"/>
                <a:gd name="connsiteX7" fmla="*/ 0 w 3461098"/>
                <a:gd name="connsiteY7" fmla="*/ 342698 h 418966"/>
                <a:gd name="connsiteX8" fmla="*/ 2540 w 3461098"/>
                <a:gd name="connsiteY8" fmla="*/ 30280 h 418966"/>
                <a:gd name="connsiteX0" fmla="*/ 2540 w 3461098"/>
                <a:gd name="connsiteY0" fmla="*/ 30280 h 418966"/>
                <a:gd name="connsiteX1" fmla="*/ 38168 w 3461098"/>
                <a:gd name="connsiteY1" fmla="*/ 2272 h 418966"/>
                <a:gd name="connsiteX2" fmla="*/ 3422930 w 3461098"/>
                <a:gd name="connsiteY2" fmla="*/ 367 h 418966"/>
                <a:gd name="connsiteX3" fmla="*/ 3457288 w 3461098"/>
                <a:gd name="connsiteY3" fmla="*/ 40440 h 418966"/>
                <a:gd name="connsiteX4" fmla="*/ 3461098 w 3461098"/>
                <a:gd name="connsiteY4" fmla="*/ 196013 h 418966"/>
                <a:gd name="connsiteX5" fmla="*/ 3194330 w 3461098"/>
                <a:gd name="connsiteY5" fmla="*/ 417061 h 418966"/>
                <a:gd name="connsiteX6" fmla="*/ 76268 w 3461098"/>
                <a:gd name="connsiteY6" fmla="*/ 418966 h 418966"/>
                <a:gd name="connsiteX7" fmla="*/ 0 w 3461098"/>
                <a:gd name="connsiteY7" fmla="*/ 342698 h 418966"/>
                <a:gd name="connsiteX8" fmla="*/ 2540 w 3461098"/>
                <a:gd name="connsiteY8" fmla="*/ 30280 h 418966"/>
                <a:gd name="connsiteX0" fmla="*/ 2540 w 3461098"/>
                <a:gd name="connsiteY0" fmla="*/ 30280 h 418966"/>
                <a:gd name="connsiteX1" fmla="*/ 38168 w 3461098"/>
                <a:gd name="connsiteY1" fmla="*/ 2272 h 418966"/>
                <a:gd name="connsiteX2" fmla="*/ 3422930 w 3461098"/>
                <a:gd name="connsiteY2" fmla="*/ 367 h 418966"/>
                <a:gd name="connsiteX3" fmla="*/ 3457288 w 3461098"/>
                <a:gd name="connsiteY3" fmla="*/ 40440 h 418966"/>
                <a:gd name="connsiteX4" fmla="*/ 3461098 w 3461098"/>
                <a:gd name="connsiteY4" fmla="*/ 196013 h 418966"/>
                <a:gd name="connsiteX5" fmla="*/ 3194330 w 3461098"/>
                <a:gd name="connsiteY5" fmla="*/ 417061 h 418966"/>
                <a:gd name="connsiteX6" fmla="*/ 76268 w 3461098"/>
                <a:gd name="connsiteY6" fmla="*/ 418966 h 418966"/>
                <a:gd name="connsiteX7" fmla="*/ 0 w 3461098"/>
                <a:gd name="connsiteY7" fmla="*/ 342698 h 418966"/>
                <a:gd name="connsiteX8" fmla="*/ 2540 w 3461098"/>
                <a:gd name="connsiteY8" fmla="*/ 30280 h 418966"/>
                <a:gd name="connsiteX0" fmla="*/ 2540 w 3461098"/>
                <a:gd name="connsiteY0" fmla="*/ 30280 h 418966"/>
                <a:gd name="connsiteX1" fmla="*/ 38168 w 3461098"/>
                <a:gd name="connsiteY1" fmla="*/ 2272 h 418966"/>
                <a:gd name="connsiteX2" fmla="*/ 3422930 w 3461098"/>
                <a:gd name="connsiteY2" fmla="*/ 367 h 418966"/>
                <a:gd name="connsiteX3" fmla="*/ 3457288 w 3461098"/>
                <a:gd name="connsiteY3" fmla="*/ 40440 h 418966"/>
                <a:gd name="connsiteX4" fmla="*/ 3461098 w 3461098"/>
                <a:gd name="connsiteY4" fmla="*/ 196013 h 418966"/>
                <a:gd name="connsiteX5" fmla="*/ 3194330 w 3461098"/>
                <a:gd name="connsiteY5" fmla="*/ 417061 h 418966"/>
                <a:gd name="connsiteX6" fmla="*/ 76268 w 3461098"/>
                <a:gd name="connsiteY6" fmla="*/ 418966 h 418966"/>
                <a:gd name="connsiteX7" fmla="*/ 0 w 3461098"/>
                <a:gd name="connsiteY7" fmla="*/ 342698 h 418966"/>
                <a:gd name="connsiteX8" fmla="*/ 2540 w 3461098"/>
                <a:gd name="connsiteY8" fmla="*/ 30280 h 418966"/>
                <a:gd name="connsiteX0" fmla="*/ 2540 w 3461098"/>
                <a:gd name="connsiteY0" fmla="*/ 30280 h 418966"/>
                <a:gd name="connsiteX1" fmla="*/ 38168 w 3461098"/>
                <a:gd name="connsiteY1" fmla="*/ 2272 h 418966"/>
                <a:gd name="connsiteX2" fmla="*/ 3422930 w 3461098"/>
                <a:gd name="connsiteY2" fmla="*/ 367 h 418966"/>
                <a:gd name="connsiteX3" fmla="*/ 3459194 w 3461098"/>
                <a:gd name="connsiteY3" fmla="*/ 40440 h 418966"/>
                <a:gd name="connsiteX4" fmla="*/ 3461098 w 3461098"/>
                <a:gd name="connsiteY4" fmla="*/ 196013 h 418966"/>
                <a:gd name="connsiteX5" fmla="*/ 3194330 w 3461098"/>
                <a:gd name="connsiteY5" fmla="*/ 417061 h 418966"/>
                <a:gd name="connsiteX6" fmla="*/ 76268 w 3461098"/>
                <a:gd name="connsiteY6" fmla="*/ 418966 h 418966"/>
                <a:gd name="connsiteX7" fmla="*/ 0 w 3461098"/>
                <a:gd name="connsiteY7" fmla="*/ 342698 h 418966"/>
                <a:gd name="connsiteX8" fmla="*/ 2540 w 3461098"/>
                <a:gd name="connsiteY8" fmla="*/ 30280 h 418966"/>
                <a:gd name="connsiteX0" fmla="*/ 2540 w 3459471"/>
                <a:gd name="connsiteY0" fmla="*/ 30280 h 418966"/>
                <a:gd name="connsiteX1" fmla="*/ 38168 w 3459471"/>
                <a:gd name="connsiteY1" fmla="*/ 2272 h 418966"/>
                <a:gd name="connsiteX2" fmla="*/ 3422930 w 3459471"/>
                <a:gd name="connsiteY2" fmla="*/ 367 h 418966"/>
                <a:gd name="connsiteX3" fmla="*/ 3459194 w 3459471"/>
                <a:gd name="connsiteY3" fmla="*/ 40440 h 418966"/>
                <a:gd name="connsiteX4" fmla="*/ 3459192 w 3459471"/>
                <a:gd name="connsiteY4" fmla="*/ 196013 h 418966"/>
                <a:gd name="connsiteX5" fmla="*/ 3194330 w 3459471"/>
                <a:gd name="connsiteY5" fmla="*/ 417061 h 418966"/>
                <a:gd name="connsiteX6" fmla="*/ 76268 w 3459471"/>
                <a:gd name="connsiteY6" fmla="*/ 418966 h 418966"/>
                <a:gd name="connsiteX7" fmla="*/ 0 w 3459471"/>
                <a:gd name="connsiteY7" fmla="*/ 342698 h 418966"/>
                <a:gd name="connsiteX8" fmla="*/ 2540 w 3459471"/>
                <a:gd name="connsiteY8" fmla="*/ 30280 h 418966"/>
                <a:gd name="connsiteX0" fmla="*/ 2540 w 3459471"/>
                <a:gd name="connsiteY0" fmla="*/ 30280 h 418966"/>
                <a:gd name="connsiteX1" fmla="*/ 38168 w 3459471"/>
                <a:gd name="connsiteY1" fmla="*/ 2272 h 418966"/>
                <a:gd name="connsiteX2" fmla="*/ 3422930 w 3459471"/>
                <a:gd name="connsiteY2" fmla="*/ 367 h 418966"/>
                <a:gd name="connsiteX3" fmla="*/ 3459194 w 3459471"/>
                <a:gd name="connsiteY3" fmla="*/ 40440 h 418966"/>
                <a:gd name="connsiteX4" fmla="*/ 3459192 w 3459471"/>
                <a:gd name="connsiteY4" fmla="*/ 196013 h 418966"/>
                <a:gd name="connsiteX5" fmla="*/ 3194330 w 3459471"/>
                <a:gd name="connsiteY5" fmla="*/ 417061 h 418966"/>
                <a:gd name="connsiteX6" fmla="*/ 76268 w 3459471"/>
                <a:gd name="connsiteY6" fmla="*/ 418966 h 418966"/>
                <a:gd name="connsiteX7" fmla="*/ 0 w 3459471"/>
                <a:gd name="connsiteY7" fmla="*/ 255067 h 418966"/>
                <a:gd name="connsiteX8" fmla="*/ 2540 w 3459471"/>
                <a:gd name="connsiteY8" fmla="*/ 30280 h 418966"/>
                <a:gd name="connsiteX0" fmla="*/ 2540 w 3459471"/>
                <a:gd name="connsiteY0" fmla="*/ 30280 h 418966"/>
                <a:gd name="connsiteX1" fmla="*/ 38168 w 3459471"/>
                <a:gd name="connsiteY1" fmla="*/ 2272 h 418966"/>
                <a:gd name="connsiteX2" fmla="*/ 3422930 w 3459471"/>
                <a:gd name="connsiteY2" fmla="*/ 367 h 418966"/>
                <a:gd name="connsiteX3" fmla="*/ 3459194 w 3459471"/>
                <a:gd name="connsiteY3" fmla="*/ 40440 h 418966"/>
                <a:gd name="connsiteX4" fmla="*/ 3459192 w 3459471"/>
                <a:gd name="connsiteY4" fmla="*/ 196013 h 418966"/>
                <a:gd name="connsiteX5" fmla="*/ 3194330 w 3459471"/>
                <a:gd name="connsiteY5" fmla="*/ 417061 h 418966"/>
                <a:gd name="connsiteX6" fmla="*/ 163946 w 3459471"/>
                <a:gd name="connsiteY6" fmla="*/ 418966 h 418966"/>
                <a:gd name="connsiteX7" fmla="*/ 0 w 3459471"/>
                <a:gd name="connsiteY7" fmla="*/ 255067 h 418966"/>
                <a:gd name="connsiteX8" fmla="*/ 2540 w 3459471"/>
                <a:gd name="connsiteY8" fmla="*/ 30280 h 418966"/>
                <a:gd name="connsiteX0" fmla="*/ 634 w 3457565"/>
                <a:gd name="connsiteY0" fmla="*/ 30280 h 418966"/>
                <a:gd name="connsiteX1" fmla="*/ 36262 w 3457565"/>
                <a:gd name="connsiteY1" fmla="*/ 2272 h 418966"/>
                <a:gd name="connsiteX2" fmla="*/ 3421024 w 3457565"/>
                <a:gd name="connsiteY2" fmla="*/ 367 h 418966"/>
                <a:gd name="connsiteX3" fmla="*/ 3457288 w 3457565"/>
                <a:gd name="connsiteY3" fmla="*/ 40440 h 418966"/>
                <a:gd name="connsiteX4" fmla="*/ 3457286 w 3457565"/>
                <a:gd name="connsiteY4" fmla="*/ 196013 h 418966"/>
                <a:gd name="connsiteX5" fmla="*/ 3192424 w 3457565"/>
                <a:gd name="connsiteY5" fmla="*/ 417061 h 418966"/>
                <a:gd name="connsiteX6" fmla="*/ 162040 w 3457565"/>
                <a:gd name="connsiteY6" fmla="*/ 418966 h 418966"/>
                <a:gd name="connsiteX7" fmla="*/ 0 w 3457565"/>
                <a:gd name="connsiteY7" fmla="*/ 226492 h 418966"/>
                <a:gd name="connsiteX8" fmla="*/ 634 w 3457565"/>
                <a:gd name="connsiteY8" fmla="*/ 30280 h 418966"/>
                <a:gd name="connsiteX0" fmla="*/ 634 w 3457565"/>
                <a:gd name="connsiteY0" fmla="*/ 30280 h 418966"/>
                <a:gd name="connsiteX1" fmla="*/ 36262 w 3457565"/>
                <a:gd name="connsiteY1" fmla="*/ 2272 h 418966"/>
                <a:gd name="connsiteX2" fmla="*/ 3421024 w 3457565"/>
                <a:gd name="connsiteY2" fmla="*/ 367 h 418966"/>
                <a:gd name="connsiteX3" fmla="*/ 3457288 w 3457565"/>
                <a:gd name="connsiteY3" fmla="*/ 40440 h 418966"/>
                <a:gd name="connsiteX4" fmla="*/ 3457286 w 3457565"/>
                <a:gd name="connsiteY4" fmla="*/ 196013 h 418966"/>
                <a:gd name="connsiteX5" fmla="*/ 3192424 w 3457565"/>
                <a:gd name="connsiteY5" fmla="*/ 417061 h 418966"/>
                <a:gd name="connsiteX6" fmla="*/ 242094 w 3457565"/>
                <a:gd name="connsiteY6" fmla="*/ 418966 h 418966"/>
                <a:gd name="connsiteX7" fmla="*/ 0 w 3457565"/>
                <a:gd name="connsiteY7" fmla="*/ 226492 h 418966"/>
                <a:gd name="connsiteX8" fmla="*/ 634 w 3457565"/>
                <a:gd name="connsiteY8" fmla="*/ 30280 h 418966"/>
                <a:gd name="connsiteX0" fmla="*/ 634 w 3457565"/>
                <a:gd name="connsiteY0" fmla="*/ 30280 h 418966"/>
                <a:gd name="connsiteX1" fmla="*/ 36262 w 3457565"/>
                <a:gd name="connsiteY1" fmla="*/ 2272 h 418966"/>
                <a:gd name="connsiteX2" fmla="*/ 3421024 w 3457565"/>
                <a:gd name="connsiteY2" fmla="*/ 367 h 418966"/>
                <a:gd name="connsiteX3" fmla="*/ 3457288 w 3457565"/>
                <a:gd name="connsiteY3" fmla="*/ 40440 h 418966"/>
                <a:gd name="connsiteX4" fmla="*/ 3457286 w 3457565"/>
                <a:gd name="connsiteY4" fmla="*/ 196013 h 418966"/>
                <a:gd name="connsiteX5" fmla="*/ 3192424 w 3457565"/>
                <a:gd name="connsiteY5" fmla="*/ 417061 h 418966"/>
                <a:gd name="connsiteX6" fmla="*/ 242094 w 3457565"/>
                <a:gd name="connsiteY6" fmla="*/ 418966 h 418966"/>
                <a:gd name="connsiteX7" fmla="*/ 0 w 3457565"/>
                <a:gd name="connsiteY7" fmla="*/ 203632 h 418966"/>
                <a:gd name="connsiteX8" fmla="*/ 634 w 3457565"/>
                <a:gd name="connsiteY8" fmla="*/ 30280 h 418966"/>
                <a:gd name="connsiteX0" fmla="*/ 634 w 3457565"/>
                <a:gd name="connsiteY0" fmla="*/ 30280 h 418966"/>
                <a:gd name="connsiteX1" fmla="*/ 36262 w 3457565"/>
                <a:gd name="connsiteY1" fmla="*/ 2272 h 418966"/>
                <a:gd name="connsiteX2" fmla="*/ 3421024 w 3457565"/>
                <a:gd name="connsiteY2" fmla="*/ 367 h 418966"/>
                <a:gd name="connsiteX3" fmla="*/ 3457288 w 3457565"/>
                <a:gd name="connsiteY3" fmla="*/ 40440 h 418966"/>
                <a:gd name="connsiteX4" fmla="*/ 3457286 w 3457565"/>
                <a:gd name="connsiteY4" fmla="*/ 196013 h 418966"/>
                <a:gd name="connsiteX5" fmla="*/ 3192424 w 3457565"/>
                <a:gd name="connsiteY5" fmla="*/ 417061 h 418966"/>
                <a:gd name="connsiteX6" fmla="*/ 242094 w 3457565"/>
                <a:gd name="connsiteY6" fmla="*/ 418966 h 418966"/>
                <a:gd name="connsiteX7" fmla="*/ 0 w 3457565"/>
                <a:gd name="connsiteY7" fmla="*/ 192202 h 418966"/>
                <a:gd name="connsiteX8" fmla="*/ 634 w 3457565"/>
                <a:gd name="connsiteY8" fmla="*/ 30280 h 418966"/>
                <a:gd name="connsiteX0" fmla="*/ 634 w 3457565"/>
                <a:gd name="connsiteY0" fmla="*/ 30280 h 418966"/>
                <a:gd name="connsiteX1" fmla="*/ 36262 w 3457565"/>
                <a:gd name="connsiteY1" fmla="*/ 2272 h 418966"/>
                <a:gd name="connsiteX2" fmla="*/ 3421024 w 3457565"/>
                <a:gd name="connsiteY2" fmla="*/ 367 h 418966"/>
                <a:gd name="connsiteX3" fmla="*/ 3457288 w 3457565"/>
                <a:gd name="connsiteY3" fmla="*/ 40440 h 418966"/>
                <a:gd name="connsiteX4" fmla="*/ 3457286 w 3457565"/>
                <a:gd name="connsiteY4" fmla="*/ 196013 h 418966"/>
                <a:gd name="connsiteX5" fmla="*/ 3192424 w 3457565"/>
                <a:gd name="connsiteY5" fmla="*/ 417061 h 418966"/>
                <a:gd name="connsiteX6" fmla="*/ 242094 w 3457565"/>
                <a:gd name="connsiteY6" fmla="*/ 418966 h 418966"/>
                <a:gd name="connsiteX7" fmla="*/ 0 w 3457565"/>
                <a:gd name="connsiteY7" fmla="*/ 192202 h 418966"/>
                <a:gd name="connsiteX8" fmla="*/ 634 w 3457565"/>
                <a:gd name="connsiteY8" fmla="*/ 30280 h 418966"/>
                <a:gd name="connsiteX0" fmla="*/ 634 w 3457565"/>
                <a:gd name="connsiteY0" fmla="*/ 30280 h 419252"/>
                <a:gd name="connsiteX1" fmla="*/ 36262 w 3457565"/>
                <a:gd name="connsiteY1" fmla="*/ 2272 h 419252"/>
                <a:gd name="connsiteX2" fmla="*/ 3421024 w 3457565"/>
                <a:gd name="connsiteY2" fmla="*/ 367 h 419252"/>
                <a:gd name="connsiteX3" fmla="*/ 3457288 w 3457565"/>
                <a:gd name="connsiteY3" fmla="*/ 40440 h 419252"/>
                <a:gd name="connsiteX4" fmla="*/ 3457286 w 3457565"/>
                <a:gd name="connsiteY4" fmla="*/ 196013 h 419252"/>
                <a:gd name="connsiteX5" fmla="*/ 3192424 w 3457565"/>
                <a:gd name="connsiteY5" fmla="*/ 417061 h 419252"/>
                <a:gd name="connsiteX6" fmla="*/ 242094 w 3457565"/>
                <a:gd name="connsiteY6" fmla="*/ 418966 h 419252"/>
                <a:gd name="connsiteX7" fmla="*/ 0 w 3457565"/>
                <a:gd name="connsiteY7" fmla="*/ 192202 h 419252"/>
                <a:gd name="connsiteX8" fmla="*/ 634 w 3457565"/>
                <a:gd name="connsiteY8" fmla="*/ 30280 h 419252"/>
                <a:gd name="connsiteX0" fmla="*/ 634 w 3457565"/>
                <a:gd name="connsiteY0" fmla="*/ 30280 h 417993"/>
                <a:gd name="connsiteX1" fmla="*/ 36262 w 3457565"/>
                <a:gd name="connsiteY1" fmla="*/ 2272 h 417993"/>
                <a:gd name="connsiteX2" fmla="*/ 3421024 w 3457565"/>
                <a:gd name="connsiteY2" fmla="*/ 367 h 417993"/>
                <a:gd name="connsiteX3" fmla="*/ 3457288 w 3457565"/>
                <a:gd name="connsiteY3" fmla="*/ 40440 h 417993"/>
                <a:gd name="connsiteX4" fmla="*/ 3457286 w 3457565"/>
                <a:gd name="connsiteY4" fmla="*/ 196013 h 417993"/>
                <a:gd name="connsiteX5" fmla="*/ 3192424 w 3457565"/>
                <a:gd name="connsiteY5" fmla="*/ 417061 h 417993"/>
                <a:gd name="connsiteX6" fmla="*/ 264967 w 3457565"/>
                <a:gd name="connsiteY6" fmla="*/ 417061 h 417993"/>
                <a:gd name="connsiteX7" fmla="*/ 0 w 3457565"/>
                <a:gd name="connsiteY7" fmla="*/ 192202 h 417993"/>
                <a:gd name="connsiteX8" fmla="*/ 634 w 3457565"/>
                <a:gd name="connsiteY8" fmla="*/ 30280 h 417993"/>
                <a:gd name="connsiteX0" fmla="*/ 634 w 3457565"/>
                <a:gd name="connsiteY0" fmla="*/ 30280 h 417993"/>
                <a:gd name="connsiteX1" fmla="*/ 36262 w 3457565"/>
                <a:gd name="connsiteY1" fmla="*/ 2272 h 417993"/>
                <a:gd name="connsiteX2" fmla="*/ 3421024 w 3457565"/>
                <a:gd name="connsiteY2" fmla="*/ 367 h 417993"/>
                <a:gd name="connsiteX3" fmla="*/ 3457288 w 3457565"/>
                <a:gd name="connsiteY3" fmla="*/ 40440 h 417993"/>
                <a:gd name="connsiteX4" fmla="*/ 3457286 w 3457565"/>
                <a:gd name="connsiteY4" fmla="*/ 196013 h 417993"/>
                <a:gd name="connsiteX5" fmla="*/ 3192424 w 3457565"/>
                <a:gd name="connsiteY5" fmla="*/ 417061 h 417993"/>
                <a:gd name="connsiteX6" fmla="*/ 264967 w 3457565"/>
                <a:gd name="connsiteY6" fmla="*/ 417061 h 417993"/>
                <a:gd name="connsiteX7" fmla="*/ 0 w 3457565"/>
                <a:gd name="connsiteY7" fmla="*/ 192202 h 417993"/>
                <a:gd name="connsiteX8" fmla="*/ 634 w 3457565"/>
                <a:gd name="connsiteY8" fmla="*/ 30280 h 417993"/>
                <a:gd name="connsiteX0" fmla="*/ 634 w 3457565"/>
                <a:gd name="connsiteY0" fmla="*/ 33740 h 417643"/>
                <a:gd name="connsiteX1" fmla="*/ 36262 w 3457565"/>
                <a:gd name="connsiteY1" fmla="*/ 1922 h 417643"/>
                <a:gd name="connsiteX2" fmla="*/ 3421024 w 3457565"/>
                <a:gd name="connsiteY2" fmla="*/ 17 h 417643"/>
                <a:gd name="connsiteX3" fmla="*/ 3457288 w 3457565"/>
                <a:gd name="connsiteY3" fmla="*/ 40090 h 417643"/>
                <a:gd name="connsiteX4" fmla="*/ 3457286 w 3457565"/>
                <a:gd name="connsiteY4" fmla="*/ 195663 h 417643"/>
                <a:gd name="connsiteX5" fmla="*/ 3192424 w 3457565"/>
                <a:gd name="connsiteY5" fmla="*/ 416711 h 417643"/>
                <a:gd name="connsiteX6" fmla="*/ 264967 w 3457565"/>
                <a:gd name="connsiteY6" fmla="*/ 416711 h 417643"/>
                <a:gd name="connsiteX7" fmla="*/ 0 w 3457565"/>
                <a:gd name="connsiteY7" fmla="*/ 191852 h 417643"/>
                <a:gd name="connsiteX8" fmla="*/ 634 w 3457565"/>
                <a:gd name="connsiteY8" fmla="*/ 33740 h 417643"/>
                <a:gd name="connsiteX0" fmla="*/ 634 w 3457565"/>
                <a:gd name="connsiteY0" fmla="*/ 37550 h 417643"/>
                <a:gd name="connsiteX1" fmla="*/ 36262 w 3457565"/>
                <a:gd name="connsiteY1" fmla="*/ 1922 h 417643"/>
                <a:gd name="connsiteX2" fmla="*/ 3421024 w 3457565"/>
                <a:gd name="connsiteY2" fmla="*/ 17 h 417643"/>
                <a:gd name="connsiteX3" fmla="*/ 3457288 w 3457565"/>
                <a:gd name="connsiteY3" fmla="*/ 40090 h 417643"/>
                <a:gd name="connsiteX4" fmla="*/ 3457286 w 3457565"/>
                <a:gd name="connsiteY4" fmla="*/ 195663 h 417643"/>
                <a:gd name="connsiteX5" fmla="*/ 3192424 w 3457565"/>
                <a:gd name="connsiteY5" fmla="*/ 416711 h 417643"/>
                <a:gd name="connsiteX6" fmla="*/ 264967 w 3457565"/>
                <a:gd name="connsiteY6" fmla="*/ 416711 h 417643"/>
                <a:gd name="connsiteX7" fmla="*/ 0 w 3457565"/>
                <a:gd name="connsiteY7" fmla="*/ 191852 h 417643"/>
                <a:gd name="connsiteX8" fmla="*/ 634 w 3457565"/>
                <a:gd name="connsiteY8" fmla="*/ 37550 h 417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57565" h="417643">
                  <a:moveTo>
                    <a:pt x="634" y="37550"/>
                  </a:moveTo>
                  <a:cubicBezTo>
                    <a:pt x="634" y="-4572"/>
                    <a:pt x="-5860" y="1922"/>
                    <a:pt x="36262" y="1922"/>
                  </a:cubicBezTo>
                  <a:lnTo>
                    <a:pt x="3421024" y="17"/>
                  </a:lnTo>
                  <a:cubicBezTo>
                    <a:pt x="3463146" y="17"/>
                    <a:pt x="3457288" y="-2032"/>
                    <a:pt x="3457288" y="40090"/>
                  </a:cubicBezTo>
                  <a:cubicBezTo>
                    <a:pt x="3457923" y="91948"/>
                    <a:pt x="3456651" y="143805"/>
                    <a:pt x="3457286" y="195663"/>
                  </a:cubicBezTo>
                  <a:cubicBezTo>
                    <a:pt x="3438236" y="363515"/>
                    <a:pt x="3278361" y="426236"/>
                    <a:pt x="3192424" y="416711"/>
                  </a:cubicBezTo>
                  <a:lnTo>
                    <a:pt x="264967" y="416711"/>
                  </a:lnTo>
                  <a:cubicBezTo>
                    <a:pt x="163757" y="426236"/>
                    <a:pt x="9530" y="344465"/>
                    <a:pt x="0" y="191852"/>
                  </a:cubicBezTo>
                  <a:cubicBezTo>
                    <a:pt x="847" y="87713"/>
                    <a:pt x="-213" y="141689"/>
                    <a:pt x="634" y="3755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DD3030D-310C-2CBF-099A-FE447D0C9130}"/>
                </a:ext>
              </a:extLst>
            </p:cNvPr>
            <p:cNvSpPr/>
            <p:nvPr/>
          </p:nvSpPr>
          <p:spPr>
            <a:xfrm>
              <a:off x="449551" y="852727"/>
              <a:ext cx="3455598" cy="55310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6" name="Rectangle: Rounded Corners 19">
            <a:extLst>
              <a:ext uri="{FF2B5EF4-FFF2-40B4-BE49-F238E27FC236}">
                <a16:creationId xmlns:a16="http://schemas.microsoft.com/office/drawing/2014/main" id="{002D947D-1334-9297-52C1-A19332D8407D}"/>
              </a:ext>
            </a:extLst>
          </p:cNvPr>
          <p:cNvSpPr/>
          <p:nvPr/>
        </p:nvSpPr>
        <p:spPr>
          <a:xfrm>
            <a:off x="4368169" y="6189066"/>
            <a:ext cx="3455661" cy="417641"/>
          </a:xfrm>
          <a:custGeom>
            <a:avLst/>
            <a:gdLst>
              <a:gd name="connsiteX0" fmla="*/ 0 w 3459193"/>
              <a:gd name="connsiteY0" fmla="*/ 76268 h 416694"/>
              <a:gd name="connsiteX1" fmla="*/ 76268 w 3459193"/>
              <a:gd name="connsiteY1" fmla="*/ 0 h 416694"/>
              <a:gd name="connsiteX2" fmla="*/ 3382925 w 3459193"/>
              <a:gd name="connsiteY2" fmla="*/ 0 h 416694"/>
              <a:gd name="connsiteX3" fmla="*/ 3459193 w 3459193"/>
              <a:gd name="connsiteY3" fmla="*/ 76268 h 416694"/>
              <a:gd name="connsiteX4" fmla="*/ 3459193 w 3459193"/>
              <a:gd name="connsiteY4" fmla="*/ 340426 h 416694"/>
              <a:gd name="connsiteX5" fmla="*/ 3382925 w 3459193"/>
              <a:gd name="connsiteY5" fmla="*/ 416694 h 416694"/>
              <a:gd name="connsiteX6" fmla="*/ 76268 w 3459193"/>
              <a:gd name="connsiteY6" fmla="*/ 416694 h 416694"/>
              <a:gd name="connsiteX7" fmla="*/ 0 w 3459193"/>
              <a:gd name="connsiteY7" fmla="*/ 340426 h 416694"/>
              <a:gd name="connsiteX8" fmla="*/ 0 w 3459193"/>
              <a:gd name="connsiteY8" fmla="*/ 76268 h 416694"/>
              <a:gd name="connsiteX0" fmla="*/ 98 w 3459291"/>
              <a:gd name="connsiteY0" fmla="*/ 76268 h 416694"/>
              <a:gd name="connsiteX1" fmla="*/ 38266 w 3459291"/>
              <a:gd name="connsiteY1" fmla="*/ 0 h 416694"/>
              <a:gd name="connsiteX2" fmla="*/ 3383023 w 3459291"/>
              <a:gd name="connsiteY2" fmla="*/ 0 h 416694"/>
              <a:gd name="connsiteX3" fmla="*/ 3459291 w 3459291"/>
              <a:gd name="connsiteY3" fmla="*/ 76268 h 416694"/>
              <a:gd name="connsiteX4" fmla="*/ 3459291 w 3459291"/>
              <a:gd name="connsiteY4" fmla="*/ 340426 h 416694"/>
              <a:gd name="connsiteX5" fmla="*/ 3383023 w 3459291"/>
              <a:gd name="connsiteY5" fmla="*/ 416694 h 416694"/>
              <a:gd name="connsiteX6" fmla="*/ 76366 w 3459291"/>
              <a:gd name="connsiteY6" fmla="*/ 416694 h 416694"/>
              <a:gd name="connsiteX7" fmla="*/ 98 w 3459291"/>
              <a:gd name="connsiteY7" fmla="*/ 340426 h 416694"/>
              <a:gd name="connsiteX8" fmla="*/ 98 w 3459291"/>
              <a:gd name="connsiteY8" fmla="*/ 76268 h 416694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382925 w 3459193"/>
              <a:gd name="connsiteY2" fmla="*/ 2272 h 418966"/>
              <a:gd name="connsiteX3" fmla="*/ 3459193 w 3459193"/>
              <a:gd name="connsiteY3" fmla="*/ 785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470"/>
              <a:gd name="connsiteY0" fmla="*/ 30280 h 418966"/>
              <a:gd name="connsiteX1" fmla="*/ 38168 w 3459470"/>
              <a:gd name="connsiteY1" fmla="*/ 2272 h 418966"/>
              <a:gd name="connsiteX2" fmla="*/ 3422930 w 3459470"/>
              <a:gd name="connsiteY2" fmla="*/ 367 h 418966"/>
              <a:gd name="connsiteX3" fmla="*/ 3459193 w 3459470"/>
              <a:gd name="connsiteY3" fmla="*/ 78540 h 418966"/>
              <a:gd name="connsiteX4" fmla="*/ 3459193 w 3459470"/>
              <a:gd name="connsiteY4" fmla="*/ 342698 h 418966"/>
              <a:gd name="connsiteX5" fmla="*/ 3382925 w 3459470"/>
              <a:gd name="connsiteY5" fmla="*/ 418966 h 418966"/>
              <a:gd name="connsiteX6" fmla="*/ 76268 w 3459470"/>
              <a:gd name="connsiteY6" fmla="*/ 418966 h 418966"/>
              <a:gd name="connsiteX7" fmla="*/ 0 w 3459470"/>
              <a:gd name="connsiteY7" fmla="*/ 342698 h 418966"/>
              <a:gd name="connsiteX8" fmla="*/ 2540 w 3459470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01010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301010 w 3461098"/>
              <a:gd name="connsiteY5" fmla="*/ 418966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25529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20778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9194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342698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163946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162040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0363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9252"/>
              <a:gd name="connsiteX1" fmla="*/ 36262 w 3457565"/>
              <a:gd name="connsiteY1" fmla="*/ 2272 h 419252"/>
              <a:gd name="connsiteX2" fmla="*/ 3421024 w 3457565"/>
              <a:gd name="connsiteY2" fmla="*/ 367 h 419252"/>
              <a:gd name="connsiteX3" fmla="*/ 3457288 w 3457565"/>
              <a:gd name="connsiteY3" fmla="*/ 40440 h 419252"/>
              <a:gd name="connsiteX4" fmla="*/ 3457286 w 3457565"/>
              <a:gd name="connsiteY4" fmla="*/ 196013 h 419252"/>
              <a:gd name="connsiteX5" fmla="*/ 3192424 w 3457565"/>
              <a:gd name="connsiteY5" fmla="*/ 417061 h 419252"/>
              <a:gd name="connsiteX6" fmla="*/ 242094 w 3457565"/>
              <a:gd name="connsiteY6" fmla="*/ 418966 h 419252"/>
              <a:gd name="connsiteX7" fmla="*/ 0 w 3457565"/>
              <a:gd name="connsiteY7" fmla="*/ 192202 h 419252"/>
              <a:gd name="connsiteX8" fmla="*/ 634 w 3457565"/>
              <a:gd name="connsiteY8" fmla="*/ 30280 h 419252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374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3740 h 417643"/>
              <a:gd name="connsiteX0" fmla="*/ 634 w 3457565"/>
              <a:gd name="connsiteY0" fmla="*/ 3755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7550 h 417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57565" h="417643">
                <a:moveTo>
                  <a:pt x="634" y="37550"/>
                </a:moveTo>
                <a:cubicBezTo>
                  <a:pt x="634" y="-4572"/>
                  <a:pt x="-5860" y="1922"/>
                  <a:pt x="36262" y="1922"/>
                </a:cubicBezTo>
                <a:lnTo>
                  <a:pt x="3421024" y="17"/>
                </a:lnTo>
                <a:cubicBezTo>
                  <a:pt x="3463146" y="17"/>
                  <a:pt x="3457288" y="-2032"/>
                  <a:pt x="3457288" y="40090"/>
                </a:cubicBezTo>
                <a:cubicBezTo>
                  <a:pt x="3457923" y="91948"/>
                  <a:pt x="3456651" y="143805"/>
                  <a:pt x="3457286" y="195663"/>
                </a:cubicBezTo>
                <a:cubicBezTo>
                  <a:pt x="3438236" y="363515"/>
                  <a:pt x="3278361" y="426236"/>
                  <a:pt x="3192424" y="416711"/>
                </a:cubicBezTo>
                <a:lnTo>
                  <a:pt x="264967" y="416711"/>
                </a:lnTo>
                <a:cubicBezTo>
                  <a:pt x="163757" y="426236"/>
                  <a:pt x="9530" y="344465"/>
                  <a:pt x="0" y="191852"/>
                </a:cubicBezTo>
                <a:cubicBezTo>
                  <a:pt x="847" y="87713"/>
                  <a:pt x="-213" y="141689"/>
                  <a:pt x="634" y="3755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D6335A98-ACB2-DEAA-A403-D28FA1BEF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1749" y="6282052"/>
            <a:ext cx="228600" cy="2286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8A9D788-09FD-3D7F-0AAC-F82D2C0C1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31486" y="6276838"/>
            <a:ext cx="228600" cy="2286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0AAF5B71-2564-67C3-38E6-28EE55F6A8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5781" y="6282052"/>
            <a:ext cx="228600" cy="2286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0428267-AC1A-8482-A8EC-21D34A65C4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77075" y="6284058"/>
            <a:ext cx="228600" cy="22860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FEC98969-E145-BE95-5FAC-7692E26DBE00}"/>
              </a:ext>
            </a:extLst>
          </p:cNvPr>
          <p:cNvSpPr/>
          <p:nvPr/>
        </p:nvSpPr>
        <p:spPr>
          <a:xfrm>
            <a:off x="4369966" y="1406715"/>
            <a:ext cx="3455598" cy="47636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9D5D826-6D23-EA4A-5863-1D632AD2CBDC}"/>
              </a:ext>
            </a:extLst>
          </p:cNvPr>
          <p:cNvSpPr/>
          <p:nvPr/>
        </p:nvSpPr>
        <p:spPr>
          <a:xfrm>
            <a:off x="4366403" y="254479"/>
            <a:ext cx="3459193" cy="6349042"/>
          </a:xfrm>
          <a:prstGeom prst="roundRect">
            <a:avLst>
              <a:gd name="adj" fmla="val 744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CBA3C5F-8811-510A-5B53-762097324CF1}"/>
              </a:ext>
            </a:extLst>
          </p:cNvPr>
          <p:cNvSpPr txBox="1"/>
          <p:nvPr/>
        </p:nvSpPr>
        <p:spPr>
          <a:xfrm>
            <a:off x="5459665" y="1534090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添加收货地址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9C139F4-5970-6369-EA5A-D7ED7E6D01CA}"/>
              </a:ext>
            </a:extLst>
          </p:cNvPr>
          <p:cNvSpPr txBox="1"/>
          <p:nvPr/>
        </p:nvSpPr>
        <p:spPr>
          <a:xfrm>
            <a:off x="7408798" y="1534090"/>
            <a:ext cx="298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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EF5F76A-6343-7BA1-0D72-23CFD2712D73}"/>
              </a:ext>
            </a:extLst>
          </p:cNvPr>
          <p:cNvSpPr txBox="1"/>
          <p:nvPr/>
        </p:nvSpPr>
        <p:spPr>
          <a:xfrm>
            <a:off x="4390943" y="2114333"/>
            <a:ext cx="1371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latin typeface="Aptos Narrow" panose="020B00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1100" dirty="0">
                <a:latin typeface="Aptos Narrow" panose="020B0004020202020204" pitchFamily="34" charset="0"/>
                <a:cs typeface="Arial" panose="020B0604020202020204" pitchFamily="34" charset="0"/>
              </a:rPr>
              <a:t>国家</a:t>
            </a:r>
            <a:r>
              <a:rPr lang="en-US" altLang="zh-CN" sz="1100" dirty="0">
                <a:latin typeface="Aptos Narrow" panose="020B0004020202020204" pitchFamily="34" charset="0"/>
                <a:cs typeface="Arial" panose="020B0604020202020204" pitchFamily="34" charset="0"/>
              </a:rPr>
              <a:t>  </a:t>
            </a:r>
            <a:r>
              <a:rPr lang="zh-CN" altLang="en-US" sz="1100" dirty="0">
                <a:latin typeface="Aptos Narrow" panose="020B00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1100" dirty="0">
                <a:latin typeface="Aptos Narrow" panose="020B0004020202020204" pitchFamily="34" charset="0"/>
                <a:cs typeface="Arial" panose="020B0604020202020204" pitchFamily="34" charset="0"/>
                <a:sym typeface="Wingdings 3" panose="05040102010807070707" pitchFamily="18" charset="2"/>
              </a:rPr>
              <a:t></a:t>
            </a:r>
            <a:endParaRPr lang="en-US" sz="1100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A9248CE-BEAD-3C85-D10A-5D93FF889CAB}"/>
              </a:ext>
            </a:extLst>
          </p:cNvPr>
          <p:cNvSpPr txBox="1"/>
          <p:nvPr/>
        </p:nvSpPr>
        <p:spPr>
          <a:xfrm>
            <a:off x="6781285" y="2114333"/>
            <a:ext cx="7543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2">
                    <a:lumMod val="75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默认地址</a:t>
            </a:r>
            <a:endParaRPr lang="en-US" sz="1100" dirty="0">
              <a:solidFill>
                <a:schemeClr val="bg2">
                  <a:lumMod val="75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E93A585-6193-3392-3212-E0F1337B5D2B}"/>
              </a:ext>
            </a:extLst>
          </p:cNvPr>
          <p:cNvSpPr/>
          <p:nvPr/>
        </p:nvSpPr>
        <p:spPr>
          <a:xfrm>
            <a:off x="7484957" y="2169787"/>
            <a:ext cx="145532" cy="145532"/>
          </a:xfrm>
          <a:prstGeom prst="ellipse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AB9CDF8-F43A-088F-6FE8-A8EF3FD882AE}"/>
              </a:ext>
            </a:extLst>
          </p:cNvPr>
          <p:cNvSpPr txBox="1"/>
          <p:nvPr/>
        </p:nvSpPr>
        <p:spPr>
          <a:xfrm>
            <a:off x="4385905" y="2413881"/>
            <a:ext cx="22630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1200" dirty="0">
                <a:solidFill>
                  <a:schemeClr val="bg2">
                    <a:lumMod val="75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门牌号、街道、小区等</a:t>
            </a:r>
            <a:endParaRPr lang="en-US" sz="1200" dirty="0">
              <a:solidFill>
                <a:schemeClr val="bg2">
                  <a:lumMod val="75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4D626BB-2F5E-EB8F-0B22-25E56610D2DF}"/>
              </a:ext>
            </a:extLst>
          </p:cNvPr>
          <p:cNvSpPr txBox="1"/>
          <p:nvPr/>
        </p:nvSpPr>
        <p:spPr>
          <a:xfrm>
            <a:off x="4419788" y="2634719"/>
            <a:ext cx="17946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chemeClr val="accent2"/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长度在 </a:t>
            </a:r>
            <a:r>
              <a:rPr lang="en-US" altLang="zh-CN" sz="1000" dirty="0">
                <a:solidFill>
                  <a:schemeClr val="accent2"/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2 – 120 </a:t>
            </a:r>
            <a:r>
              <a:rPr lang="zh-CN" altLang="en-US" sz="1000" dirty="0">
                <a:solidFill>
                  <a:schemeClr val="accent2"/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之间</a:t>
            </a:r>
            <a:endParaRPr lang="en-US" sz="1000" dirty="0">
              <a:solidFill>
                <a:schemeClr val="accent2"/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1B58313-C06B-965A-41AA-2FF4289DD8DF}"/>
              </a:ext>
            </a:extLst>
          </p:cNvPr>
          <p:cNvCxnSpPr/>
          <p:nvPr/>
        </p:nvCxnSpPr>
        <p:spPr>
          <a:xfrm>
            <a:off x="4404360" y="3016800"/>
            <a:ext cx="338328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0E9D23E3-5FBC-3723-D1E7-9EFDCA91A8C3}"/>
              </a:ext>
            </a:extLst>
          </p:cNvPr>
          <p:cNvSpPr txBox="1"/>
          <p:nvPr/>
        </p:nvSpPr>
        <p:spPr>
          <a:xfrm>
            <a:off x="4393139" y="3127687"/>
            <a:ext cx="22630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1200" dirty="0">
                <a:solidFill>
                  <a:schemeClr val="bg2">
                    <a:lumMod val="75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收货人名称</a:t>
            </a:r>
            <a:endParaRPr lang="en-US" sz="1200" dirty="0">
              <a:solidFill>
                <a:schemeClr val="bg2">
                  <a:lumMod val="75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F84C5D0-9E83-735D-7E37-CBD1D0223AF9}"/>
              </a:ext>
            </a:extLst>
          </p:cNvPr>
          <p:cNvCxnSpPr/>
          <p:nvPr/>
        </p:nvCxnSpPr>
        <p:spPr>
          <a:xfrm>
            <a:off x="4419788" y="3524152"/>
            <a:ext cx="338328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0B6B0366-3A6A-8778-6AB9-C3A4CC937C57}"/>
              </a:ext>
            </a:extLst>
          </p:cNvPr>
          <p:cNvSpPr txBox="1"/>
          <p:nvPr/>
        </p:nvSpPr>
        <p:spPr>
          <a:xfrm>
            <a:off x="4407210" y="3653239"/>
            <a:ext cx="7480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ptos Narrow" panose="020B0004020202020204" pitchFamily="34" charset="0"/>
                <a:cs typeface="Arial" panose="020B0604020202020204" pitchFamily="34" charset="0"/>
              </a:rPr>
              <a:t>+60</a:t>
            </a:r>
            <a:r>
              <a:rPr lang="zh-CN" altLang="en-US" sz="1200" dirty="0">
                <a:latin typeface="Aptos Narrow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200" dirty="0">
                <a:latin typeface="Aptos Narrow" panose="020B0004020202020204" pitchFamily="34" charset="0"/>
                <a:cs typeface="Arial" panose="020B0604020202020204" pitchFamily="34" charset="0"/>
              </a:rPr>
              <a:t>  </a:t>
            </a:r>
            <a:r>
              <a:rPr lang="zh-CN" altLang="en-US" sz="1200" dirty="0">
                <a:latin typeface="Aptos Narrow" panose="020B0004020202020204" pitchFamily="34" charset="0"/>
                <a:cs typeface="Arial" panose="020B0604020202020204" pitchFamily="34" charset="0"/>
                <a:sym typeface="Wingdings 3" panose="05040102010807070707" pitchFamily="18" charset="2"/>
              </a:rPr>
              <a:t></a:t>
            </a:r>
            <a:endParaRPr lang="en-US" sz="1200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F8CD13-4D83-3979-47BD-929905890AE0}"/>
              </a:ext>
            </a:extLst>
          </p:cNvPr>
          <p:cNvSpPr txBox="1"/>
          <p:nvPr/>
        </p:nvSpPr>
        <p:spPr>
          <a:xfrm>
            <a:off x="5068712" y="3650806"/>
            <a:ext cx="2168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1200" dirty="0">
                <a:solidFill>
                  <a:schemeClr val="bg2">
                    <a:lumMod val="75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请填写手机号码</a:t>
            </a:r>
            <a:endParaRPr lang="en-US" sz="1200" dirty="0">
              <a:solidFill>
                <a:schemeClr val="bg2">
                  <a:lumMod val="75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0C19FA2-5699-757F-A284-17DB47AAB2D3}"/>
              </a:ext>
            </a:extLst>
          </p:cNvPr>
          <p:cNvCxnSpPr/>
          <p:nvPr/>
        </p:nvCxnSpPr>
        <p:spPr>
          <a:xfrm>
            <a:off x="4435126" y="4073367"/>
            <a:ext cx="338328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C52C7CCF-4F68-55E5-2E1A-7BD2A4DCFA19}"/>
              </a:ext>
            </a:extLst>
          </p:cNvPr>
          <p:cNvSpPr/>
          <p:nvPr/>
        </p:nvSpPr>
        <p:spPr>
          <a:xfrm>
            <a:off x="4484751" y="5661957"/>
            <a:ext cx="3195663" cy="41642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6E83D22-9B8A-6BE3-EA91-DD3EE516B8AA}"/>
              </a:ext>
            </a:extLst>
          </p:cNvPr>
          <p:cNvSpPr txBox="1"/>
          <p:nvPr/>
        </p:nvSpPr>
        <p:spPr>
          <a:xfrm>
            <a:off x="5306096" y="5712316"/>
            <a:ext cx="13854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保存地址</a:t>
            </a:r>
            <a:endParaRPr lang="en-US" sz="1400" dirty="0">
              <a:solidFill>
                <a:schemeClr val="bg1"/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667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7E6125A9-8A2D-2DA1-2996-B0661AF63EA3}"/>
              </a:ext>
            </a:extLst>
          </p:cNvPr>
          <p:cNvSpPr/>
          <p:nvPr/>
        </p:nvSpPr>
        <p:spPr>
          <a:xfrm>
            <a:off x="4366403" y="1177571"/>
            <a:ext cx="3455598" cy="50011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E6E1CC-0717-B3CA-CE9E-8932FA17157D}"/>
              </a:ext>
            </a:extLst>
          </p:cNvPr>
          <p:cNvSpPr txBox="1"/>
          <p:nvPr/>
        </p:nvSpPr>
        <p:spPr>
          <a:xfrm>
            <a:off x="0" y="0"/>
            <a:ext cx="18517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address - manage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B61E64-4F91-1808-270B-B71A74E6B8ED}"/>
              </a:ext>
            </a:extLst>
          </p:cNvPr>
          <p:cNvSpPr/>
          <p:nvPr/>
        </p:nvSpPr>
        <p:spPr>
          <a:xfrm>
            <a:off x="4366403" y="662185"/>
            <a:ext cx="3455598" cy="55310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19">
            <a:extLst>
              <a:ext uri="{FF2B5EF4-FFF2-40B4-BE49-F238E27FC236}">
                <a16:creationId xmlns:a16="http://schemas.microsoft.com/office/drawing/2014/main" id="{710B155B-E2C4-9C9F-4B06-93DC00F07FD2}"/>
              </a:ext>
            </a:extLst>
          </p:cNvPr>
          <p:cNvSpPr/>
          <p:nvPr/>
        </p:nvSpPr>
        <p:spPr>
          <a:xfrm rot="10800000">
            <a:off x="4366403" y="254479"/>
            <a:ext cx="3455661" cy="417641"/>
          </a:xfrm>
          <a:custGeom>
            <a:avLst/>
            <a:gdLst>
              <a:gd name="connsiteX0" fmla="*/ 0 w 3459193"/>
              <a:gd name="connsiteY0" fmla="*/ 76268 h 416694"/>
              <a:gd name="connsiteX1" fmla="*/ 76268 w 3459193"/>
              <a:gd name="connsiteY1" fmla="*/ 0 h 416694"/>
              <a:gd name="connsiteX2" fmla="*/ 3382925 w 3459193"/>
              <a:gd name="connsiteY2" fmla="*/ 0 h 416694"/>
              <a:gd name="connsiteX3" fmla="*/ 3459193 w 3459193"/>
              <a:gd name="connsiteY3" fmla="*/ 76268 h 416694"/>
              <a:gd name="connsiteX4" fmla="*/ 3459193 w 3459193"/>
              <a:gd name="connsiteY4" fmla="*/ 340426 h 416694"/>
              <a:gd name="connsiteX5" fmla="*/ 3382925 w 3459193"/>
              <a:gd name="connsiteY5" fmla="*/ 416694 h 416694"/>
              <a:gd name="connsiteX6" fmla="*/ 76268 w 3459193"/>
              <a:gd name="connsiteY6" fmla="*/ 416694 h 416694"/>
              <a:gd name="connsiteX7" fmla="*/ 0 w 3459193"/>
              <a:gd name="connsiteY7" fmla="*/ 340426 h 416694"/>
              <a:gd name="connsiteX8" fmla="*/ 0 w 3459193"/>
              <a:gd name="connsiteY8" fmla="*/ 76268 h 416694"/>
              <a:gd name="connsiteX0" fmla="*/ 98 w 3459291"/>
              <a:gd name="connsiteY0" fmla="*/ 76268 h 416694"/>
              <a:gd name="connsiteX1" fmla="*/ 38266 w 3459291"/>
              <a:gd name="connsiteY1" fmla="*/ 0 h 416694"/>
              <a:gd name="connsiteX2" fmla="*/ 3383023 w 3459291"/>
              <a:gd name="connsiteY2" fmla="*/ 0 h 416694"/>
              <a:gd name="connsiteX3" fmla="*/ 3459291 w 3459291"/>
              <a:gd name="connsiteY3" fmla="*/ 76268 h 416694"/>
              <a:gd name="connsiteX4" fmla="*/ 3459291 w 3459291"/>
              <a:gd name="connsiteY4" fmla="*/ 340426 h 416694"/>
              <a:gd name="connsiteX5" fmla="*/ 3383023 w 3459291"/>
              <a:gd name="connsiteY5" fmla="*/ 416694 h 416694"/>
              <a:gd name="connsiteX6" fmla="*/ 76366 w 3459291"/>
              <a:gd name="connsiteY6" fmla="*/ 416694 h 416694"/>
              <a:gd name="connsiteX7" fmla="*/ 98 w 3459291"/>
              <a:gd name="connsiteY7" fmla="*/ 340426 h 416694"/>
              <a:gd name="connsiteX8" fmla="*/ 98 w 3459291"/>
              <a:gd name="connsiteY8" fmla="*/ 76268 h 416694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382925 w 3459193"/>
              <a:gd name="connsiteY2" fmla="*/ 2272 h 418966"/>
              <a:gd name="connsiteX3" fmla="*/ 3459193 w 3459193"/>
              <a:gd name="connsiteY3" fmla="*/ 785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470"/>
              <a:gd name="connsiteY0" fmla="*/ 30280 h 418966"/>
              <a:gd name="connsiteX1" fmla="*/ 38168 w 3459470"/>
              <a:gd name="connsiteY1" fmla="*/ 2272 h 418966"/>
              <a:gd name="connsiteX2" fmla="*/ 3422930 w 3459470"/>
              <a:gd name="connsiteY2" fmla="*/ 367 h 418966"/>
              <a:gd name="connsiteX3" fmla="*/ 3459193 w 3459470"/>
              <a:gd name="connsiteY3" fmla="*/ 78540 h 418966"/>
              <a:gd name="connsiteX4" fmla="*/ 3459193 w 3459470"/>
              <a:gd name="connsiteY4" fmla="*/ 342698 h 418966"/>
              <a:gd name="connsiteX5" fmla="*/ 3382925 w 3459470"/>
              <a:gd name="connsiteY5" fmla="*/ 418966 h 418966"/>
              <a:gd name="connsiteX6" fmla="*/ 76268 w 3459470"/>
              <a:gd name="connsiteY6" fmla="*/ 418966 h 418966"/>
              <a:gd name="connsiteX7" fmla="*/ 0 w 3459470"/>
              <a:gd name="connsiteY7" fmla="*/ 342698 h 418966"/>
              <a:gd name="connsiteX8" fmla="*/ 2540 w 3459470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01010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301010 w 3461098"/>
              <a:gd name="connsiteY5" fmla="*/ 418966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25529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20778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9194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342698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163946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162040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0363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9252"/>
              <a:gd name="connsiteX1" fmla="*/ 36262 w 3457565"/>
              <a:gd name="connsiteY1" fmla="*/ 2272 h 419252"/>
              <a:gd name="connsiteX2" fmla="*/ 3421024 w 3457565"/>
              <a:gd name="connsiteY2" fmla="*/ 367 h 419252"/>
              <a:gd name="connsiteX3" fmla="*/ 3457288 w 3457565"/>
              <a:gd name="connsiteY3" fmla="*/ 40440 h 419252"/>
              <a:gd name="connsiteX4" fmla="*/ 3457286 w 3457565"/>
              <a:gd name="connsiteY4" fmla="*/ 196013 h 419252"/>
              <a:gd name="connsiteX5" fmla="*/ 3192424 w 3457565"/>
              <a:gd name="connsiteY5" fmla="*/ 417061 h 419252"/>
              <a:gd name="connsiteX6" fmla="*/ 242094 w 3457565"/>
              <a:gd name="connsiteY6" fmla="*/ 418966 h 419252"/>
              <a:gd name="connsiteX7" fmla="*/ 0 w 3457565"/>
              <a:gd name="connsiteY7" fmla="*/ 192202 h 419252"/>
              <a:gd name="connsiteX8" fmla="*/ 634 w 3457565"/>
              <a:gd name="connsiteY8" fmla="*/ 30280 h 419252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374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3740 h 417643"/>
              <a:gd name="connsiteX0" fmla="*/ 634 w 3457565"/>
              <a:gd name="connsiteY0" fmla="*/ 3755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7550 h 417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57565" h="417643">
                <a:moveTo>
                  <a:pt x="634" y="37550"/>
                </a:moveTo>
                <a:cubicBezTo>
                  <a:pt x="634" y="-4572"/>
                  <a:pt x="-5860" y="1922"/>
                  <a:pt x="36262" y="1922"/>
                </a:cubicBezTo>
                <a:lnTo>
                  <a:pt x="3421024" y="17"/>
                </a:lnTo>
                <a:cubicBezTo>
                  <a:pt x="3463146" y="17"/>
                  <a:pt x="3457288" y="-2032"/>
                  <a:pt x="3457288" y="40090"/>
                </a:cubicBezTo>
                <a:cubicBezTo>
                  <a:pt x="3457923" y="91948"/>
                  <a:pt x="3456651" y="143805"/>
                  <a:pt x="3457286" y="195663"/>
                </a:cubicBezTo>
                <a:cubicBezTo>
                  <a:pt x="3438236" y="363515"/>
                  <a:pt x="3278361" y="426236"/>
                  <a:pt x="3192424" y="416711"/>
                </a:cubicBezTo>
                <a:lnTo>
                  <a:pt x="264967" y="416711"/>
                </a:lnTo>
                <a:cubicBezTo>
                  <a:pt x="163757" y="426236"/>
                  <a:pt x="9530" y="344465"/>
                  <a:pt x="0" y="191852"/>
                </a:cubicBezTo>
                <a:cubicBezTo>
                  <a:pt x="847" y="87713"/>
                  <a:pt x="-213" y="141689"/>
                  <a:pt x="634" y="375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6C8956-A5C7-51D0-1F0F-61EA96AC0474}"/>
              </a:ext>
            </a:extLst>
          </p:cNvPr>
          <p:cNvSpPr txBox="1"/>
          <p:nvPr/>
        </p:nvSpPr>
        <p:spPr>
          <a:xfrm>
            <a:off x="4730196" y="313407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收货地址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angle: Rounded Corners 19">
            <a:extLst>
              <a:ext uri="{FF2B5EF4-FFF2-40B4-BE49-F238E27FC236}">
                <a16:creationId xmlns:a16="http://schemas.microsoft.com/office/drawing/2014/main" id="{002D947D-1334-9297-52C1-A19332D8407D}"/>
              </a:ext>
            </a:extLst>
          </p:cNvPr>
          <p:cNvSpPr/>
          <p:nvPr/>
        </p:nvSpPr>
        <p:spPr>
          <a:xfrm>
            <a:off x="4368169" y="6189066"/>
            <a:ext cx="3455661" cy="417641"/>
          </a:xfrm>
          <a:custGeom>
            <a:avLst/>
            <a:gdLst>
              <a:gd name="connsiteX0" fmla="*/ 0 w 3459193"/>
              <a:gd name="connsiteY0" fmla="*/ 76268 h 416694"/>
              <a:gd name="connsiteX1" fmla="*/ 76268 w 3459193"/>
              <a:gd name="connsiteY1" fmla="*/ 0 h 416694"/>
              <a:gd name="connsiteX2" fmla="*/ 3382925 w 3459193"/>
              <a:gd name="connsiteY2" fmla="*/ 0 h 416694"/>
              <a:gd name="connsiteX3" fmla="*/ 3459193 w 3459193"/>
              <a:gd name="connsiteY3" fmla="*/ 76268 h 416694"/>
              <a:gd name="connsiteX4" fmla="*/ 3459193 w 3459193"/>
              <a:gd name="connsiteY4" fmla="*/ 340426 h 416694"/>
              <a:gd name="connsiteX5" fmla="*/ 3382925 w 3459193"/>
              <a:gd name="connsiteY5" fmla="*/ 416694 h 416694"/>
              <a:gd name="connsiteX6" fmla="*/ 76268 w 3459193"/>
              <a:gd name="connsiteY6" fmla="*/ 416694 h 416694"/>
              <a:gd name="connsiteX7" fmla="*/ 0 w 3459193"/>
              <a:gd name="connsiteY7" fmla="*/ 340426 h 416694"/>
              <a:gd name="connsiteX8" fmla="*/ 0 w 3459193"/>
              <a:gd name="connsiteY8" fmla="*/ 76268 h 416694"/>
              <a:gd name="connsiteX0" fmla="*/ 98 w 3459291"/>
              <a:gd name="connsiteY0" fmla="*/ 76268 h 416694"/>
              <a:gd name="connsiteX1" fmla="*/ 38266 w 3459291"/>
              <a:gd name="connsiteY1" fmla="*/ 0 h 416694"/>
              <a:gd name="connsiteX2" fmla="*/ 3383023 w 3459291"/>
              <a:gd name="connsiteY2" fmla="*/ 0 h 416694"/>
              <a:gd name="connsiteX3" fmla="*/ 3459291 w 3459291"/>
              <a:gd name="connsiteY3" fmla="*/ 76268 h 416694"/>
              <a:gd name="connsiteX4" fmla="*/ 3459291 w 3459291"/>
              <a:gd name="connsiteY4" fmla="*/ 340426 h 416694"/>
              <a:gd name="connsiteX5" fmla="*/ 3383023 w 3459291"/>
              <a:gd name="connsiteY5" fmla="*/ 416694 h 416694"/>
              <a:gd name="connsiteX6" fmla="*/ 76366 w 3459291"/>
              <a:gd name="connsiteY6" fmla="*/ 416694 h 416694"/>
              <a:gd name="connsiteX7" fmla="*/ 98 w 3459291"/>
              <a:gd name="connsiteY7" fmla="*/ 340426 h 416694"/>
              <a:gd name="connsiteX8" fmla="*/ 98 w 3459291"/>
              <a:gd name="connsiteY8" fmla="*/ 76268 h 416694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382925 w 3459193"/>
              <a:gd name="connsiteY2" fmla="*/ 2272 h 418966"/>
              <a:gd name="connsiteX3" fmla="*/ 3459193 w 3459193"/>
              <a:gd name="connsiteY3" fmla="*/ 785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470"/>
              <a:gd name="connsiteY0" fmla="*/ 30280 h 418966"/>
              <a:gd name="connsiteX1" fmla="*/ 38168 w 3459470"/>
              <a:gd name="connsiteY1" fmla="*/ 2272 h 418966"/>
              <a:gd name="connsiteX2" fmla="*/ 3422930 w 3459470"/>
              <a:gd name="connsiteY2" fmla="*/ 367 h 418966"/>
              <a:gd name="connsiteX3" fmla="*/ 3459193 w 3459470"/>
              <a:gd name="connsiteY3" fmla="*/ 78540 h 418966"/>
              <a:gd name="connsiteX4" fmla="*/ 3459193 w 3459470"/>
              <a:gd name="connsiteY4" fmla="*/ 342698 h 418966"/>
              <a:gd name="connsiteX5" fmla="*/ 3382925 w 3459470"/>
              <a:gd name="connsiteY5" fmla="*/ 418966 h 418966"/>
              <a:gd name="connsiteX6" fmla="*/ 76268 w 3459470"/>
              <a:gd name="connsiteY6" fmla="*/ 418966 h 418966"/>
              <a:gd name="connsiteX7" fmla="*/ 0 w 3459470"/>
              <a:gd name="connsiteY7" fmla="*/ 342698 h 418966"/>
              <a:gd name="connsiteX8" fmla="*/ 2540 w 3459470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01010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301010 w 3461098"/>
              <a:gd name="connsiteY5" fmla="*/ 418966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25529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20778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9194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342698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163946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162040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0363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9252"/>
              <a:gd name="connsiteX1" fmla="*/ 36262 w 3457565"/>
              <a:gd name="connsiteY1" fmla="*/ 2272 h 419252"/>
              <a:gd name="connsiteX2" fmla="*/ 3421024 w 3457565"/>
              <a:gd name="connsiteY2" fmla="*/ 367 h 419252"/>
              <a:gd name="connsiteX3" fmla="*/ 3457288 w 3457565"/>
              <a:gd name="connsiteY3" fmla="*/ 40440 h 419252"/>
              <a:gd name="connsiteX4" fmla="*/ 3457286 w 3457565"/>
              <a:gd name="connsiteY4" fmla="*/ 196013 h 419252"/>
              <a:gd name="connsiteX5" fmla="*/ 3192424 w 3457565"/>
              <a:gd name="connsiteY5" fmla="*/ 417061 h 419252"/>
              <a:gd name="connsiteX6" fmla="*/ 242094 w 3457565"/>
              <a:gd name="connsiteY6" fmla="*/ 418966 h 419252"/>
              <a:gd name="connsiteX7" fmla="*/ 0 w 3457565"/>
              <a:gd name="connsiteY7" fmla="*/ 192202 h 419252"/>
              <a:gd name="connsiteX8" fmla="*/ 634 w 3457565"/>
              <a:gd name="connsiteY8" fmla="*/ 30280 h 419252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374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3740 h 417643"/>
              <a:gd name="connsiteX0" fmla="*/ 634 w 3457565"/>
              <a:gd name="connsiteY0" fmla="*/ 3755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7550 h 417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57565" h="417643">
                <a:moveTo>
                  <a:pt x="634" y="37550"/>
                </a:moveTo>
                <a:cubicBezTo>
                  <a:pt x="634" y="-4572"/>
                  <a:pt x="-5860" y="1922"/>
                  <a:pt x="36262" y="1922"/>
                </a:cubicBezTo>
                <a:lnTo>
                  <a:pt x="3421024" y="17"/>
                </a:lnTo>
                <a:cubicBezTo>
                  <a:pt x="3463146" y="17"/>
                  <a:pt x="3457288" y="-2032"/>
                  <a:pt x="3457288" y="40090"/>
                </a:cubicBezTo>
                <a:cubicBezTo>
                  <a:pt x="3457923" y="91948"/>
                  <a:pt x="3456651" y="143805"/>
                  <a:pt x="3457286" y="195663"/>
                </a:cubicBezTo>
                <a:cubicBezTo>
                  <a:pt x="3438236" y="363515"/>
                  <a:pt x="3278361" y="426236"/>
                  <a:pt x="3192424" y="416711"/>
                </a:cubicBezTo>
                <a:lnTo>
                  <a:pt x="264967" y="416711"/>
                </a:lnTo>
                <a:cubicBezTo>
                  <a:pt x="163757" y="426236"/>
                  <a:pt x="9530" y="344465"/>
                  <a:pt x="0" y="191852"/>
                </a:cubicBezTo>
                <a:cubicBezTo>
                  <a:pt x="847" y="87713"/>
                  <a:pt x="-213" y="141689"/>
                  <a:pt x="634" y="3755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D6335A98-ACB2-DEAA-A403-D28FA1BEF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1749" y="6282052"/>
            <a:ext cx="228600" cy="2286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8A9D788-09FD-3D7F-0AAC-F82D2C0C1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31486" y="6276838"/>
            <a:ext cx="228600" cy="2286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0AAF5B71-2564-67C3-38E6-28EE55F6A8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5781" y="6282052"/>
            <a:ext cx="228600" cy="22860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3EAE20BC-1048-B16B-51CB-05FA1F5820D5}"/>
              </a:ext>
            </a:extLst>
          </p:cNvPr>
          <p:cNvSpPr txBox="1"/>
          <p:nvPr/>
        </p:nvSpPr>
        <p:spPr>
          <a:xfrm>
            <a:off x="4445714" y="313407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EC388A-4323-C781-FE9B-7017EA0276CF}"/>
              </a:ext>
            </a:extLst>
          </p:cNvPr>
          <p:cNvSpPr txBox="1"/>
          <p:nvPr/>
        </p:nvSpPr>
        <p:spPr>
          <a:xfrm>
            <a:off x="6837223" y="324799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退出管理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7250F7-A8F9-5399-6AD3-0A7C5BD20DC9}"/>
              </a:ext>
            </a:extLst>
          </p:cNvPr>
          <p:cNvSpPr/>
          <p:nvPr/>
        </p:nvSpPr>
        <p:spPr>
          <a:xfrm>
            <a:off x="4366403" y="762984"/>
            <a:ext cx="3455598" cy="10916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B433ED-988E-08B0-C295-D7FFDDED8BD3}"/>
              </a:ext>
            </a:extLst>
          </p:cNvPr>
          <p:cNvSpPr txBox="1"/>
          <p:nvPr/>
        </p:nvSpPr>
        <p:spPr>
          <a:xfrm>
            <a:off x="4799394" y="852727"/>
            <a:ext cx="19895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Malaysia Selangor Seri Kembangan</a:t>
            </a:r>
            <a:endParaRPr lang="en-US" sz="1000" dirty="0">
              <a:solidFill>
                <a:schemeClr val="bg2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5A8959-59A9-D821-71D1-7EFFB0689838}"/>
              </a:ext>
            </a:extLst>
          </p:cNvPr>
          <p:cNvSpPr txBox="1"/>
          <p:nvPr/>
        </p:nvSpPr>
        <p:spPr>
          <a:xfrm>
            <a:off x="4799394" y="1145684"/>
            <a:ext cx="24212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ptos Narrow" panose="020B0004020202020204" pitchFamily="34" charset="0"/>
                <a:cs typeface="Arial" panose="020B0604020202020204" pitchFamily="34" charset="0"/>
              </a:rPr>
              <a:t>2 Jalan Bunga 1/5 Taman Bunga Raya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657584-7492-7118-A355-87ECE20EA582}"/>
              </a:ext>
            </a:extLst>
          </p:cNvPr>
          <p:cNvSpPr txBox="1"/>
          <p:nvPr/>
        </p:nvSpPr>
        <p:spPr>
          <a:xfrm>
            <a:off x="4799394" y="1475548"/>
            <a:ext cx="73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Aptos Narrow" panose="020B0004020202020204" pitchFamily="34" charset="0"/>
                <a:cs typeface="Arial" panose="020B0604020202020204" pitchFamily="34" charset="0"/>
              </a:rPr>
              <a:t>Jacquelyn</a:t>
            </a:r>
            <a:endParaRPr lang="en-US" sz="1000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57BDDE-4995-72C8-8B3F-CFB0F6637D96}"/>
              </a:ext>
            </a:extLst>
          </p:cNvPr>
          <p:cNvSpPr txBox="1"/>
          <p:nvPr/>
        </p:nvSpPr>
        <p:spPr>
          <a:xfrm>
            <a:off x="5498421" y="1475548"/>
            <a:ext cx="15077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Aptos Narrow" panose="020B0004020202020204" pitchFamily="34" charset="0"/>
                <a:cs typeface="Arial" panose="020B0604020202020204" pitchFamily="34" charset="0"/>
              </a:rPr>
              <a:t>125248864</a:t>
            </a:r>
            <a:endParaRPr lang="en-US" sz="1000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8230141-245F-DEAE-E3F0-6E2D65C22965}"/>
              </a:ext>
            </a:extLst>
          </p:cNvPr>
          <p:cNvSpPr/>
          <p:nvPr/>
        </p:nvSpPr>
        <p:spPr>
          <a:xfrm>
            <a:off x="6352488" y="1496643"/>
            <a:ext cx="548640" cy="2040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accent2"/>
                </a:solidFill>
              </a:rPr>
              <a:t>default</a:t>
            </a:r>
            <a:endParaRPr lang="en-US" sz="800" dirty="0">
              <a:solidFill>
                <a:schemeClr val="accent2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435BEA-8983-6422-0992-2239275FBBBF}"/>
              </a:ext>
            </a:extLst>
          </p:cNvPr>
          <p:cNvSpPr/>
          <p:nvPr/>
        </p:nvSpPr>
        <p:spPr>
          <a:xfrm>
            <a:off x="4362808" y="2019565"/>
            <a:ext cx="3455598" cy="10916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D6A870-FE90-06EF-5C99-981EC1E41397}"/>
              </a:ext>
            </a:extLst>
          </p:cNvPr>
          <p:cNvSpPr txBox="1"/>
          <p:nvPr/>
        </p:nvSpPr>
        <p:spPr>
          <a:xfrm>
            <a:off x="4795799" y="2393982"/>
            <a:ext cx="19895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Malaysia Selangor </a:t>
            </a:r>
            <a:r>
              <a:rPr lang="en-US" altLang="zh-CN" sz="1000" dirty="0" err="1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Petaling</a:t>
            </a:r>
            <a:r>
              <a:rPr lang="en-US" altLang="zh-CN" sz="1000" dirty="0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 Jaya</a:t>
            </a:r>
            <a:endParaRPr lang="en-US" sz="1000" dirty="0">
              <a:solidFill>
                <a:schemeClr val="bg2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701950-960C-5E68-0873-AE5B18E150F1}"/>
              </a:ext>
            </a:extLst>
          </p:cNvPr>
          <p:cNvSpPr txBox="1"/>
          <p:nvPr/>
        </p:nvSpPr>
        <p:spPr>
          <a:xfrm>
            <a:off x="4795799" y="2686939"/>
            <a:ext cx="24212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ptos Narrow" panose="020B0004020202020204" pitchFamily="34" charset="0"/>
                <a:cs typeface="Arial" panose="020B0604020202020204" pitchFamily="34" charset="0"/>
              </a:rPr>
              <a:t>6 Jalan SK 2/9 Taman Indah Damansara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0E1967-6A1A-3371-017C-17150AB16263}"/>
              </a:ext>
            </a:extLst>
          </p:cNvPr>
          <p:cNvSpPr txBox="1"/>
          <p:nvPr/>
        </p:nvSpPr>
        <p:spPr>
          <a:xfrm>
            <a:off x="4795799" y="3016803"/>
            <a:ext cx="73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Aptos Narrow" panose="020B0004020202020204" pitchFamily="34" charset="0"/>
                <a:cs typeface="Arial" panose="020B0604020202020204" pitchFamily="34" charset="0"/>
              </a:rPr>
              <a:t>ChaiYing</a:t>
            </a:r>
            <a:endParaRPr lang="en-US" sz="1000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C5DCEF-1D93-089B-8FAA-53E0E9D3A3EA}"/>
              </a:ext>
            </a:extLst>
          </p:cNvPr>
          <p:cNvSpPr txBox="1"/>
          <p:nvPr/>
        </p:nvSpPr>
        <p:spPr>
          <a:xfrm>
            <a:off x="5494826" y="3016803"/>
            <a:ext cx="15077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Aptos Narrow" panose="020B0004020202020204" pitchFamily="34" charset="0"/>
                <a:cs typeface="Arial" panose="020B0604020202020204" pitchFamily="34" charset="0"/>
              </a:rPr>
              <a:t>185426518</a:t>
            </a:r>
            <a:endParaRPr lang="en-US" sz="1000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9D5D826-6D23-EA4A-5863-1D632AD2CBDC}"/>
              </a:ext>
            </a:extLst>
          </p:cNvPr>
          <p:cNvSpPr/>
          <p:nvPr/>
        </p:nvSpPr>
        <p:spPr>
          <a:xfrm>
            <a:off x="4366403" y="254479"/>
            <a:ext cx="3459193" cy="6349042"/>
          </a:xfrm>
          <a:prstGeom prst="roundRect">
            <a:avLst>
              <a:gd name="adj" fmla="val 744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D4353C8-0BA8-AA11-F3EC-467A68F22C40}"/>
              </a:ext>
            </a:extLst>
          </p:cNvPr>
          <p:cNvCxnSpPr/>
          <p:nvPr/>
        </p:nvCxnSpPr>
        <p:spPr>
          <a:xfrm>
            <a:off x="4390943" y="2197291"/>
            <a:ext cx="338328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26392BD-3293-6B24-0409-11DD7A670214}"/>
              </a:ext>
            </a:extLst>
          </p:cNvPr>
          <p:cNvCxnSpPr/>
          <p:nvPr/>
        </p:nvCxnSpPr>
        <p:spPr>
          <a:xfrm>
            <a:off x="4390943" y="3847810"/>
            <a:ext cx="338328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D0428267-AC1A-8482-A8EC-21D34A65C4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77075" y="6284058"/>
            <a:ext cx="228600" cy="2286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1DD0751B-8863-18B1-894C-CB6C5E71B5C0}"/>
              </a:ext>
            </a:extLst>
          </p:cNvPr>
          <p:cNvSpPr/>
          <p:nvPr/>
        </p:nvSpPr>
        <p:spPr>
          <a:xfrm>
            <a:off x="4517379" y="1195343"/>
            <a:ext cx="145532" cy="145532"/>
          </a:xfrm>
          <a:prstGeom prst="ellipse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3B97434-10A2-F83A-3071-9593F7298D06}"/>
              </a:ext>
            </a:extLst>
          </p:cNvPr>
          <p:cNvSpPr/>
          <p:nvPr/>
        </p:nvSpPr>
        <p:spPr>
          <a:xfrm>
            <a:off x="4517379" y="2737283"/>
            <a:ext cx="145532" cy="145532"/>
          </a:xfrm>
          <a:prstGeom prst="ellipse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DCB5A54-43A5-8271-3FDB-FFDBD69CC9C0}"/>
              </a:ext>
            </a:extLst>
          </p:cNvPr>
          <p:cNvSpPr/>
          <p:nvPr/>
        </p:nvSpPr>
        <p:spPr>
          <a:xfrm>
            <a:off x="4890708" y="1845161"/>
            <a:ext cx="145532" cy="14553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FD43FA-E66F-18A6-4FAB-C3FC1CEAF1DC}"/>
              </a:ext>
            </a:extLst>
          </p:cNvPr>
          <p:cNvSpPr txBox="1"/>
          <p:nvPr/>
        </p:nvSpPr>
        <p:spPr>
          <a:xfrm>
            <a:off x="4816458" y="1806997"/>
            <a:ext cx="2856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/>
                </a:solidFill>
                <a:latin typeface="Aptos Narrow" panose="020B00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</a:t>
            </a:r>
            <a:endParaRPr lang="en-US" sz="1000" dirty="0">
              <a:solidFill>
                <a:schemeClr val="bg1"/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24B399-E562-0C42-1D17-B2C2C6CF6DE8}"/>
              </a:ext>
            </a:extLst>
          </p:cNvPr>
          <p:cNvSpPr txBox="1"/>
          <p:nvPr/>
        </p:nvSpPr>
        <p:spPr>
          <a:xfrm>
            <a:off x="4993543" y="1795256"/>
            <a:ext cx="548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默认</a:t>
            </a:r>
            <a:endParaRPr lang="en-US" sz="1000" dirty="0">
              <a:solidFill>
                <a:schemeClr val="bg2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7FE08CB-61FA-C736-9677-10FFE0673423}"/>
              </a:ext>
            </a:extLst>
          </p:cNvPr>
          <p:cNvSpPr/>
          <p:nvPr/>
        </p:nvSpPr>
        <p:spPr>
          <a:xfrm>
            <a:off x="7122187" y="1822386"/>
            <a:ext cx="548640" cy="20403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删除</a:t>
            </a:r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1761531D-311D-62E5-1265-B57ACA24B4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3008" y="1174385"/>
            <a:ext cx="182880" cy="18288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8505E32D-3222-B6B9-F3C2-2ABBE5186746}"/>
              </a:ext>
            </a:extLst>
          </p:cNvPr>
          <p:cNvSpPr txBox="1"/>
          <p:nvPr/>
        </p:nvSpPr>
        <p:spPr>
          <a:xfrm>
            <a:off x="4814399" y="3342093"/>
            <a:ext cx="2856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/>
                </a:solidFill>
                <a:latin typeface="Aptos Narrow" panose="020B00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</a:t>
            </a:r>
            <a:endParaRPr lang="en-US" sz="1000" dirty="0">
              <a:solidFill>
                <a:schemeClr val="bg1"/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7368552-E51E-EE4A-382B-C53EF137569B}"/>
              </a:ext>
            </a:extLst>
          </p:cNvPr>
          <p:cNvSpPr txBox="1"/>
          <p:nvPr/>
        </p:nvSpPr>
        <p:spPr>
          <a:xfrm>
            <a:off x="4991484" y="3330352"/>
            <a:ext cx="548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默认</a:t>
            </a:r>
            <a:endParaRPr lang="en-US" sz="1000" dirty="0">
              <a:solidFill>
                <a:schemeClr val="bg2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BBE11D13-668E-67B9-C0D9-ACC1CC3E80F4}"/>
              </a:ext>
            </a:extLst>
          </p:cNvPr>
          <p:cNvSpPr/>
          <p:nvPr/>
        </p:nvSpPr>
        <p:spPr>
          <a:xfrm>
            <a:off x="7120128" y="3357482"/>
            <a:ext cx="548640" cy="20403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删除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A548EFD-4212-73A5-3492-63404C46E558}"/>
              </a:ext>
            </a:extLst>
          </p:cNvPr>
          <p:cNvSpPr/>
          <p:nvPr/>
        </p:nvSpPr>
        <p:spPr>
          <a:xfrm>
            <a:off x="4888649" y="3386625"/>
            <a:ext cx="145532" cy="145532"/>
          </a:xfrm>
          <a:prstGeom prst="ellipse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668EABAE-1D1C-B483-3D1C-3E16B3F61D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3008" y="2718609"/>
            <a:ext cx="182880" cy="18288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B2D27372-BE77-EAF5-A7FD-83BDB12D146C}"/>
              </a:ext>
            </a:extLst>
          </p:cNvPr>
          <p:cNvSpPr txBox="1"/>
          <p:nvPr/>
        </p:nvSpPr>
        <p:spPr>
          <a:xfrm>
            <a:off x="5840946" y="3941198"/>
            <a:ext cx="6400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到底啦</a:t>
            </a:r>
            <a:endParaRPr lang="en-US" sz="1000" dirty="0">
              <a:solidFill>
                <a:schemeClr val="bg1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0610587-2138-E85F-9C09-90E617D4D050}"/>
              </a:ext>
            </a:extLst>
          </p:cNvPr>
          <p:cNvSpPr/>
          <p:nvPr/>
        </p:nvSpPr>
        <p:spPr>
          <a:xfrm>
            <a:off x="4517379" y="5818846"/>
            <a:ext cx="145532" cy="145532"/>
          </a:xfrm>
          <a:prstGeom prst="ellipse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9434930-5A3A-2004-72E5-8A6162D22BA7}"/>
              </a:ext>
            </a:extLst>
          </p:cNvPr>
          <p:cNvSpPr txBox="1"/>
          <p:nvPr/>
        </p:nvSpPr>
        <p:spPr>
          <a:xfrm>
            <a:off x="4671466" y="5776196"/>
            <a:ext cx="5486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全选</a:t>
            </a:r>
            <a:endParaRPr lang="en-US" sz="900" dirty="0">
              <a:solidFill>
                <a:schemeClr val="bg2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7AEDBC5C-85C7-F2A2-6527-49BD2453560C}"/>
              </a:ext>
            </a:extLst>
          </p:cNvPr>
          <p:cNvSpPr/>
          <p:nvPr/>
        </p:nvSpPr>
        <p:spPr>
          <a:xfrm>
            <a:off x="6676845" y="5726292"/>
            <a:ext cx="1043194" cy="34853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20A8E9F-979E-3A69-73C6-B154FC923E89}"/>
              </a:ext>
            </a:extLst>
          </p:cNvPr>
          <p:cNvSpPr txBox="1"/>
          <p:nvPr/>
        </p:nvSpPr>
        <p:spPr>
          <a:xfrm>
            <a:off x="6963012" y="5762061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删除</a:t>
            </a:r>
            <a:endParaRPr lang="en-US" sz="1200" dirty="0">
              <a:solidFill>
                <a:schemeClr val="bg1"/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2862450-FD21-4DD4-4985-78F6005C34DC}"/>
              </a:ext>
            </a:extLst>
          </p:cNvPr>
          <p:cNvCxnSpPr/>
          <p:nvPr/>
        </p:nvCxnSpPr>
        <p:spPr>
          <a:xfrm>
            <a:off x="4390943" y="5604723"/>
            <a:ext cx="338328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6641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B955015-0328-2587-2B2A-903ADE0870B7}"/>
              </a:ext>
            </a:extLst>
          </p:cNvPr>
          <p:cNvSpPr/>
          <p:nvPr/>
        </p:nvSpPr>
        <p:spPr>
          <a:xfrm>
            <a:off x="4366403" y="1026109"/>
            <a:ext cx="3455598" cy="52475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19">
            <a:extLst>
              <a:ext uri="{FF2B5EF4-FFF2-40B4-BE49-F238E27FC236}">
                <a16:creationId xmlns:a16="http://schemas.microsoft.com/office/drawing/2014/main" id="{F3ED0DA9-EFE1-CFB4-C382-F906B0BD3C29}"/>
              </a:ext>
            </a:extLst>
          </p:cNvPr>
          <p:cNvSpPr/>
          <p:nvPr/>
        </p:nvSpPr>
        <p:spPr>
          <a:xfrm rot="10800000">
            <a:off x="4366403" y="254479"/>
            <a:ext cx="3455661" cy="417641"/>
          </a:xfrm>
          <a:custGeom>
            <a:avLst/>
            <a:gdLst>
              <a:gd name="connsiteX0" fmla="*/ 0 w 3459193"/>
              <a:gd name="connsiteY0" fmla="*/ 76268 h 416694"/>
              <a:gd name="connsiteX1" fmla="*/ 76268 w 3459193"/>
              <a:gd name="connsiteY1" fmla="*/ 0 h 416694"/>
              <a:gd name="connsiteX2" fmla="*/ 3382925 w 3459193"/>
              <a:gd name="connsiteY2" fmla="*/ 0 h 416694"/>
              <a:gd name="connsiteX3" fmla="*/ 3459193 w 3459193"/>
              <a:gd name="connsiteY3" fmla="*/ 76268 h 416694"/>
              <a:gd name="connsiteX4" fmla="*/ 3459193 w 3459193"/>
              <a:gd name="connsiteY4" fmla="*/ 340426 h 416694"/>
              <a:gd name="connsiteX5" fmla="*/ 3382925 w 3459193"/>
              <a:gd name="connsiteY5" fmla="*/ 416694 h 416694"/>
              <a:gd name="connsiteX6" fmla="*/ 76268 w 3459193"/>
              <a:gd name="connsiteY6" fmla="*/ 416694 h 416694"/>
              <a:gd name="connsiteX7" fmla="*/ 0 w 3459193"/>
              <a:gd name="connsiteY7" fmla="*/ 340426 h 416694"/>
              <a:gd name="connsiteX8" fmla="*/ 0 w 3459193"/>
              <a:gd name="connsiteY8" fmla="*/ 76268 h 416694"/>
              <a:gd name="connsiteX0" fmla="*/ 98 w 3459291"/>
              <a:gd name="connsiteY0" fmla="*/ 76268 h 416694"/>
              <a:gd name="connsiteX1" fmla="*/ 38266 w 3459291"/>
              <a:gd name="connsiteY1" fmla="*/ 0 h 416694"/>
              <a:gd name="connsiteX2" fmla="*/ 3383023 w 3459291"/>
              <a:gd name="connsiteY2" fmla="*/ 0 h 416694"/>
              <a:gd name="connsiteX3" fmla="*/ 3459291 w 3459291"/>
              <a:gd name="connsiteY3" fmla="*/ 76268 h 416694"/>
              <a:gd name="connsiteX4" fmla="*/ 3459291 w 3459291"/>
              <a:gd name="connsiteY4" fmla="*/ 340426 h 416694"/>
              <a:gd name="connsiteX5" fmla="*/ 3383023 w 3459291"/>
              <a:gd name="connsiteY5" fmla="*/ 416694 h 416694"/>
              <a:gd name="connsiteX6" fmla="*/ 76366 w 3459291"/>
              <a:gd name="connsiteY6" fmla="*/ 416694 h 416694"/>
              <a:gd name="connsiteX7" fmla="*/ 98 w 3459291"/>
              <a:gd name="connsiteY7" fmla="*/ 340426 h 416694"/>
              <a:gd name="connsiteX8" fmla="*/ 98 w 3459291"/>
              <a:gd name="connsiteY8" fmla="*/ 76268 h 416694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382925 w 3459193"/>
              <a:gd name="connsiteY2" fmla="*/ 2272 h 418966"/>
              <a:gd name="connsiteX3" fmla="*/ 3459193 w 3459193"/>
              <a:gd name="connsiteY3" fmla="*/ 785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470"/>
              <a:gd name="connsiteY0" fmla="*/ 30280 h 418966"/>
              <a:gd name="connsiteX1" fmla="*/ 38168 w 3459470"/>
              <a:gd name="connsiteY1" fmla="*/ 2272 h 418966"/>
              <a:gd name="connsiteX2" fmla="*/ 3422930 w 3459470"/>
              <a:gd name="connsiteY2" fmla="*/ 367 h 418966"/>
              <a:gd name="connsiteX3" fmla="*/ 3459193 w 3459470"/>
              <a:gd name="connsiteY3" fmla="*/ 78540 h 418966"/>
              <a:gd name="connsiteX4" fmla="*/ 3459193 w 3459470"/>
              <a:gd name="connsiteY4" fmla="*/ 342698 h 418966"/>
              <a:gd name="connsiteX5" fmla="*/ 3382925 w 3459470"/>
              <a:gd name="connsiteY5" fmla="*/ 418966 h 418966"/>
              <a:gd name="connsiteX6" fmla="*/ 76268 w 3459470"/>
              <a:gd name="connsiteY6" fmla="*/ 418966 h 418966"/>
              <a:gd name="connsiteX7" fmla="*/ 0 w 3459470"/>
              <a:gd name="connsiteY7" fmla="*/ 342698 h 418966"/>
              <a:gd name="connsiteX8" fmla="*/ 2540 w 3459470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01010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301010 w 3461098"/>
              <a:gd name="connsiteY5" fmla="*/ 418966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25529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20778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9194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342698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163946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162040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0363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9252"/>
              <a:gd name="connsiteX1" fmla="*/ 36262 w 3457565"/>
              <a:gd name="connsiteY1" fmla="*/ 2272 h 419252"/>
              <a:gd name="connsiteX2" fmla="*/ 3421024 w 3457565"/>
              <a:gd name="connsiteY2" fmla="*/ 367 h 419252"/>
              <a:gd name="connsiteX3" fmla="*/ 3457288 w 3457565"/>
              <a:gd name="connsiteY3" fmla="*/ 40440 h 419252"/>
              <a:gd name="connsiteX4" fmla="*/ 3457286 w 3457565"/>
              <a:gd name="connsiteY4" fmla="*/ 196013 h 419252"/>
              <a:gd name="connsiteX5" fmla="*/ 3192424 w 3457565"/>
              <a:gd name="connsiteY5" fmla="*/ 417061 h 419252"/>
              <a:gd name="connsiteX6" fmla="*/ 242094 w 3457565"/>
              <a:gd name="connsiteY6" fmla="*/ 418966 h 419252"/>
              <a:gd name="connsiteX7" fmla="*/ 0 w 3457565"/>
              <a:gd name="connsiteY7" fmla="*/ 192202 h 419252"/>
              <a:gd name="connsiteX8" fmla="*/ 634 w 3457565"/>
              <a:gd name="connsiteY8" fmla="*/ 30280 h 419252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374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3740 h 417643"/>
              <a:gd name="connsiteX0" fmla="*/ 634 w 3457565"/>
              <a:gd name="connsiteY0" fmla="*/ 3755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7550 h 417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57565" h="417643">
                <a:moveTo>
                  <a:pt x="634" y="37550"/>
                </a:moveTo>
                <a:cubicBezTo>
                  <a:pt x="634" y="-4572"/>
                  <a:pt x="-5860" y="1922"/>
                  <a:pt x="36262" y="1922"/>
                </a:cubicBezTo>
                <a:lnTo>
                  <a:pt x="3421024" y="17"/>
                </a:lnTo>
                <a:cubicBezTo>
                  <a:pt x="3463146" y="17"/>
                  <a:pt x="3457288" y="-2032"/>
                  <a:pt x="3457288" y="40090"/>
                </a:cubicBezTo>
                <a:cubicBezTo>
                  <a:pt x="3457923" y="91948"/>
                  <a:pt x="3456651" y="143805"/>
                  <a:pt x="3457286" y="195663"/>
                </a:cubicBezTo>
                <a:cubicBezTo>
                  <a:pt x="3438236" y="363515"/>
                  <a:pt x="3278361" y="426236"/>
                  <a:pt x="3192424" y="416711"/>
                </a:cubicBezTo>
                <a:lnTo>
                  <a:pt x="264967" y="416711"/>
                </a:lnTo>
                <a:cubicBezTo>
                  <a:pt x="163757" y="426236"/>
                  <a:pt x="9530" y="344465"/>
                  <a:pt x="0" y="191852"/>
                </a:cubicBezTo>
                <a:cubicBezTo>
                  <a:pt x="847" y="87713"/>
                  <a:pt x="-213" y="141689"/>
                  <a:pt x="634" y="375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08DA35-F013-8ED3-72A3-6E49E3CC954E}"/>
              </a:ext>
            </a:extLst>
          </p:cNvPr>
          <p:cNvSpPr txBox="1"/>
          <p:nvPr/>
        </p:nvSpPr>
        <p:spPr>
          <a:xfrm>
            <a:off x="5644594" y="313407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我的订单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6CBF3D-B3DC-B7A0-BC67-530B377D9E1F}"/>
              </a:ext>
            </a:extLst>
          </p:cNvPr>
          <p:cNvSpPr/>
          <p:nvPr/>
        </p:nvSpPr>
        <p:spPr>
          <a:xfrm>
            <a:off x="7120108" y="342725"/>
            <a:ext cx="618621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D4EF7E-6108-0584-80BE-787C9F13616F}"/>
              </a:ext>
            </a:extLst>
          </p:cNvPr>
          <p:cNvCxnSpPr>
            <a:cxnSpLocks/>
          </p:cNvCxnSpPr>
          <p:nvPr/>
        </p:nvCxnSpPr>
        <p:spPr>
          <a:xfrm>
            <a:off x="7429355" y="383726"/>
            <a:ext cx="63" cy="16047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7E81E1A9-5181-0A06-CBC5-19F6BBB9C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543" y="393486"/>
            <a:ext cx="131536" cy="131536"/>
          </a:xfrm>
          <a:prstGeom prst="rect">
            <a:avLst/>
          </a:prstGeom>
        </p:spPr>
      </p:pic>
      <p:pic>
        <p:nvPicPr>
          <p:cNvPr id="9" name="Picture 8" descr="A row of dots on a black background&#10;&#10;AI-generated content may be incorrect.">
            <a:extLst>
              <a:ext uri="{FF2B5EF4-FFF2-40B4-BE49-F238E27FC236}">
                <a16:creationId xmlns:a16="http://schemas.microsoft.com/office/drawing/2014/main" id="{EE530FFD-C109-1D8E-27A5-F5875970C5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4317" y="390331"/>
            <a:ext cx="146304" cy="14630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D9E8848-61CA-8AD1-D7C6-54F69FCD183C}"/>
              </a:ext>
            </a:extLst>
          </p:cNvPr>
          <p:cNvSpPr/>
          <p:nvPr/>
        </p:nvSpPr>
        <p:spPr>
          <a:xfrm>
            <a:off x="4366403" y="721257"/>
            <a:ext cx="3455598" cy="3291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47A05F-C7DB-C35A-4A74-44A0781ACB1B}"/>
              </a:ext>
            </a:extLst>
          </p:cNvPr>
          <p:cNvSpPr txBox="1"/>
          <p:nvPr/>
        </p:nvSpPr>
        <p:spPr>
          <a:xfrm>
            <a:off x="4630135" y="768346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dirty="0">
                <a:solidFill>
                  <a:srgbClr val="DBC30F"/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全部</a:t>
            </a:r>
            <a:endParaRPr lang="en-US" sz="1050" dirty="0">
              <a:solidFill>
                <a:srgbClr val="DBC30F"/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602360-A02A-FA7C-E513-0221C8E2ADE1}"/>
              </a:ext>
            </a:extLst>
          </p:cNvPr>
          <p:cNvSpPr txBox="1"/>
          <p:nvPr/>
        </p:nvSpPr>
        <p:spPr>
          <a:xfrm>
            <a:off x="5368195" y="772193"/>
            <a:ext cx="58862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dirty="0">
                <a:solidFill>
                  <a:schemeClr val="bg2">
                    <a:lumMod val="75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待支付</a:t>
            </a:r>
            <a:endParaRPr lang="en-US" sz="1050" dirty="0">
              <a:solidFill>
                <a:schemeClr val="bg2">
                  <a:lumMod val="75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E221AF-FB84-86E2-1232-1B4E5FB718A6}"/>
              </a:ext>
            </a:extLst>
          </p:cNvPr>
          <p:cNvSpPr txBox="1"/>
          <p:nvPr/>
        </p:nvSpPr>
        <p:spPr>
          <a:xfrm>
            <a:off x="6228084" y="773206"/>
            <a:ext cx="58862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dirty="0">
                <a:solidFill>
                  <a:schemeClr val="bg2">
                    <a:lumMod val="75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待收货</a:t>
            </a:r>
            <a:endParaRPr lang="en-US" sz="1050" dirty="0">
              <a:solidFill>
                <a:schemeClr val="bg2">
                  <a:lumMod val="75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DBD6FF-8471-6330-ADC1-A9E1EAD99C61}"/>
              </a:ext>
            </a:extLst>
          </p:cNvPr>
          <p:cNvSpPr txBox="1"/>
          <p:nvPr/>
        </p:nvSpPr>
        <p:spPr>
          <a:xfrm>
            <a:off x="7087973" y="772193"/>
            <a:ext cx="4539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dirty="0">
                <a:solidFill>
                  <a:schemeClr val="bg2">
                    <a:lumMod val="75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完成</a:t>
            </a:r>
            <a:endParaRPr lang="en-US" sz="1050" dirty="0">
              <a:solidFill>
                <a:schemeClr val="bg2">
                  <a:lumMod val="75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9C67183-AEF5-126A-3F9F-6202E6DF5868}"/>
              </a:ext>
            </a:extLst>
          </p:cNvPr>
          <p:cNvSpPr/>
          <p:nvPr/>
        </p:nvSpPr>
        <p:spPr>
          <a:xfrm>
            <a:off x="4634932" y="1034916"/>
            <a:ext cx="457200" cy="27432"/>
          </a:xfrm>
          <a:prstGeom prst="roundRect">
            <a:avLst>
              <a:gd name="adj" fmla="val 50000"/>
            </a:avLst>
          </a:prstGeom>
          <a:solidFill>
            <a:srgbClr val="DBC3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B5E01D1-7124-4DC0-051A-7470F005D9A0}"/>
              </a:ext>
            </a:extLst>
          </p:cNvPr>
          <p:cNvSpPr/>
          <p:nvPr/>
        </p:nvSpPr>
        <p:spPr>
          <a:xfrm>
            <a:off x="4366403" y="254479"/>
            <a:ext cx="3459193" cy="6349042"/>
          </a:xfrm>
          <a:prstGeom prst="roundRect">
            <a:avLst>
              <a:gd name="adj" fmla="val 744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A8B60A6-58C0-6510-66DB-0374395AF2F5}"/>
              </a:ext>
            </a:extLst>
          </p:cNvPr>
          <p:cNvSpPr/>
          <p:nvPr/>
        </p:nvSpPr>
        <p:spPr>
          <a:xfrm>
            <a:off x="4493980" y="1178042"/>
            <a:ext cx="3200444" cy="1930918"/>
          </a:xfrm>
          <a:prstGeom prst="roundRect">
            <a:avLst>
              <a:gd name="adj" fmla="val 842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BFE3A65-0304-811F-5A0E-41BFC8797983}"/>
              </a:ext>
            </a:extLst>
          </p:cNvPr>
          <p:cNvCxnSpPr>
            <a:cxnSpLocks/>
          </p:cNvCxnSpPr>
          <p:nvPr/>
        </p:nvCxnSpPr>
        <p:spPr>
          <a:xfrm>
            <a:off x="4614895" y="1531620"/>
            <a:ext cx="295217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46F9682-7FB0-8842-2960-840DF6C869D6}"/>
              </a:ext>
            </a:extLst>
          </p:cNvPr>
          <p:cNvSpPr txBox="1"/>
          <p:nvPr/>
        </p:nvSpPr>
        <p:spPr>
          <a:xfrm>
            <a:off x="4552272" y="1245258"/>
            <a:ext cx="11464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2022.03.22   10:00</a:t>
            </a:r>
            <a:endParaRPr lang="en-US" sz="1000" dirty="0">
              <a:solidFill>
                <a:schemeClr val="bg1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12FF1B-3B4B-8026-9BDD-D3D666C19913}"/>
              </a:ext>
            </a:extLst>
          </p:cNvPr>
          <p:cNvSpPr txBox="1"/>
          <p:nvPr/>
        </p:nvSpPr>
        <p:spPr>
          <a:xfrm>
            <a:off x="7105163" y="1245258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solidFill>
                  <a:srgbClr val="EAD010"/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已完成</a:t>
            </a:r>
            <a:endParaRPr lang="en-US" sz="900" b="1" dirty="0">
              <a:solidFill>
                <a:srgbClr val="EAD010"/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6A0B4D-29A2-4EF8-5489-FE1AEC96B8B0}"/>
              </a:ext>
            </a:extLst>
          </p:cNvPr>
          <p:cNvSpPr txBox="1"/>
          <p:nvPr/>
        </p:nvSpPr>
        <p:spPr>
          <a:xfrm>
            <a:off x="4980655" y="1613502"/>
            <a:ext cx="15077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>
                <a:latin typeface="Aptos Narrow" panose="020B0004020202020204" pitchFamily="34" charset="0"/>
                <a:cs typeface="Arial" panose="020B0604020202020204" pitchFamily="34" charset="0"/>
              </a:rPr>
              <a:t>示例服务（示例数据）</a:t>
            </a:r>
            <a:endParaRPr lang="en-US" sz="10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75DD02-10B7-C452-A09F-696F24CF2C3B}"/>
              </a:ext>
            </a:extLst>
          </p:cNvPr>
          <p:cNvSpPr txBox="1"/>
          <p:nvPr/>
        </p:nvSpPr>
        <p:spPr>
          <a:xfrm>
            <a:off x="22860" y="0"/>
            <a:ext cx="705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order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795ECD5-368B-AFD1-58F3-3D93B84A4242}"/>
              </a:ext>
            </a:extLst>
          </p:cNvPr>
          <p:cNvGrpSpPr/>
          <p:nvPr/>
        </p:nvGrpSpPr>
        <p:grpSpPr>
          <a:xfrm>
            <a:off x="5060086" y="1830786"/>
            <a:ext cx="364202" cy="200055"/>
            <a:chOff x="5060209" y="1829668"/>
            <a:chExt cx="364202" cy="200055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10A71DAF-0FCF-D40A-E527-2D9F29A458BB}"/>
                </a:ext>
              </a:extLst>
            </p:cNvPr>
            <p:cNvSpPr/>
            <p:nvPr/>
          </p:nvSpPr>
          <p:spPr>
            <a:xfrm>
              <a:off x="5082945" y="1861373"/>
              <a:ext cx="308109" cy="130629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EAD01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DBC30F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EA605FB-4749-BE75-73FC-36931C38A73A}"/>
                </a:ext>
              </a:extLst>
            </p:cNvPr>
            <p:cNvSpPr txBox="1"/>
            <p:nvPr/>
          </p:nvSpPr>
          <p:spPr>
            <a:xfrm>
              <a:off x="5060209" y="1829668"/>
              <a:ext cx="364202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700" b="1" dirty="0">
                  <a:solidFill>
                    <a:srgbClr val="DBC30F"/>
                  </a:solidFill>
                  <a:latin typeface="Aptos Narrow" panose="020B0004020202020204" pitchFamily="34" charset="0"/>
                  <a:cs typeface="Arial" panose="020B0604020202020204" pitchFamily="34" charset="0"/>
                </a:rPr>
                <a:t>产品</a:t>
              </a:r>
              <a:endParaRPr lang="en-US" sz="700" b="1" dirty="0">
                <a:solidFill>
                  <a:srgbClr val="DBC30F"/>
                </a:solidFill>
                <a:latin typeface="Aptos Narrow" panose="020B00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836AE858-544F-3FB3-9508-3703E8217512}"/>
              </a:ext>
            </a:extLst>
          </p:cNvPr>
          <p:cNvSpPr txBox="1"/>
          <p:nvPr/>
        </p:nvSpPr>
        <p:spPr>
          <a:xfrm>
            <a:off x="7304671" y="1823092"/>
            <a:ext cx="2776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x1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AF60170-EC2F-BDCA-F3D0-DC8AD49E6ACC}"/>
              </a:ext>
            </a:extLst>
          </p:cNvPr>
          <p:cNvSpPr txBox="1"/>
          <p:nvPr/>
        </p:nvSpPr>
        <p:spPr>
          <a:xfrm>
            <a:off x="4547714" y="2086049"/>
            <a:ext cx="18806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订单号：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20220322100039E002</a:t>
            </a:r>
            <a:endParaRPr lang="en-US" sz="1000" dirty="0">
              <a:solidFill>
                <a:schemeClr val="bg1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82A5D2A-D514-853D-2B07-E05EC5BAC818}"/>
              </a:ext>
            </a:extLst>
          </p:cNvPr>
          <p:cNvGrpSpPr/>
          <p:nvPr/>
        </p:nvGrpSpPr>
        <p:grpSpPr>
          <a:xfrm>
            <a:off x="4630135" y="1654408"/>
            <a:ext cx="350520" cy="350520"/>
            <a:chOff x="4630135" y="1654408"/>
            <a:chExt cx="350520" cy="35052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CCDE7FC-97AA-75A3-42D6-E990CF4111CC}"/>
                </a:ext>
              </a:extLst>
            </p:cNvPr>
            <p:cNvSpPr/>
            <p:nvPr/>
          </p:nvSpPr>
          <p:spPr>
            <a:xfrm>
              <a:off x="4630135" y="1654408"/>
              <a:ext cx="350520" cy="3505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" name="Picture 36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BAEDC6B5-3170-6908-B599-D661320DB6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64089" y="1692508"/>
              <a:ext cx="274320" cy="274320"/>
            </a:xfrm>
            <a:prstGeom prst="rect">
              <a:avLst/>
            </a:prstGeom>
          </p:spPr>
        </p:pic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36BFDF60-3B53-B748-8561-76801E50B44E}"/>
              </a:ext>
            </a:extLst>
          </p:cNvPr>
          <p:cNvSpPr txBox="1"/>
          <p:nvPr/>
        </p:nvSpPr>
        <p:spPr>
          <a:xfrm>
            <a:off x="6446253" y="2442366"/>
            <a:ext cx="113845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Aptos Narrow" panose="020B0004020202020204" pitchFamily="34" charset="0"/>
                <a:cs typeface="Arial" panose="020B0604020202020204" pitchFamily="34" charset="0"/>
              </a:rPr>
              <a:t>订单金额：￥</a:t>
            </a:r>
            <a:r>
              <a:rPr lang="en-US" altLang="zh-CN" sz="900" b="1" dirty="0">
                <a:latin typeface="Aptos Narrow" panose="020B0004020202020204" pitchFamily="34" charset="0"/>
                <a:cs typeface="Arial" panose="020B0604020202020204" pitchFamily="34" charset="0"/>
              </a:rPr>
              <a:t>14.00</a:t>
            </a:r>
            <a:endParaRPr lang="en-US" sz="9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B26966B-6EC6-C276-A91B-9D5C7FAF88CC}"/>
              </a:ext>
            </a:extLst>
          </p:cNvPr>
          <p:cNvSpPr txBox="1"/>
          <p:nvPr/>
        </p:nvSpPr>
        <p:spPr>
          <a:xfrm>
            <a:off x="6339572" y="2703427"/>
            <a:ext cx="113845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线上支付：￥</a:t>
            </a:r>
            <a:r>
              <a:rPr lang="en-US" altLang="zh-CN" sz="900" b="1" dirty="0">
                <a:solidFill>
                  <a:schemeClr val="bg1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14.00</a:t>
            </a:r>
            <a:endParaRPr lang="en-US" sz="900" b="1" dirty="0">
              <a:solidFill>
                <a:schemeClr val="bg1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E78ADFBE-22A6-E115-9901-EC5BFDD3CEB2}"/>
              </a:ext>
            </a:extLst>
          </p:cNvPr>
          <p:cNvSpPr/>
          <p:nvPr/>
        </p:nvSpPr>
        <p:spPr>
          <a:xfrm>
            <a:off x="4493980" y="3242950"/>
            <a:ext cx="3200444" cy="1930918"/>
          </a:xfrm>
          <a:prstGeom prst="roundRect">
            <a:avLst>
              <a:gd name="adj" fmla="val 842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6D0A27E-0920-1046-F1D8-6383313F8A69}"/>
              </a:ext>
            </a:extLst>
          </p:cNvPr>
          <p:cNvCxnSpPr>
            <a:cxnSpLocks/>
          </p:cNvCxnSpPr>
          <p:nvPr/>
        </p:nvCxnSpPr>
        <p:spPr>
          <a:xfrm>
            <a:off x="4614895" y="3596528"/>
            <a:ext cx="295217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AC07C19B-BF50-2E17-C488-853475B80B58}"/>
              </a:ext>
            </a:extLst>
          </p:cNvPr>
          <p:cNvSpPr txBox="1"/>
          <p:nvPr/>
        </p:nvSpPr>
        <p:spPr>
          <a:xfrm>
            <a:off x="4552272" y="3310166"/>
            <a:ext cx="11464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2022.02.14   15:36</a:t>
            </a:r>
            <a:endParaRPr lang="en-US" sz="1000" dirty="0">
              <a:solidFill>
                <a:schemeClr val="bg1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C5CBD1C-50AF-348B-2BA2-AE15E3133A21}"/>
              </a:ext>
            </a:extLst>
          </p:cNvPr>
          <p:cNvSpPr txBox="1"/>
          <p:nvPr/>
        </p:nvSpPr>
        <p:spPr>
          <a:xfrm>
            <a:off x="7105163" y="3310166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solidFill>
                  <a:srgbClr val="EAD010"/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已完成</a:t>
            </a:r>
            <a:endParaRPr lang="en-US" sz="900" b="1" dirty="0">
              <a:solidFill>
                <a:srgbClr val="EAD010"/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BBBBA9F-289B-195F-8734-4F5634620F0F}"/>
              </a:ext>
            </a:extLst>
          </p:cNvPr>
          <p:cNvSpPr txBox="1"/>
          <p:nvPr/>
        </p:nvSpPr>
        <p:spPr>
          <a:xfrm>
            <a:off x="4980655" y="3678410"/>
            <a:ext cx="15077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>
                <a:latin typeface="Aptos Narrow" panose="020B0004020202020204" pitchFamily="34" charset="0"/>
                <a:cs typeface="Arial" panose="020B0604020202020204" pitchFamily="34" charset="0"/>
              </a:rPr>
              <a:t>示例服务（示例数据）</a:t>
            </a:r>
            <a:endParaRPr lang="en-US" sz="10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84B9C0C-E485-CD01-326B-BC1718156D2F}"/>
              </a:ext>
            </a:extLst>
          </p:cNvPr>
          <p:cNvGrpSpPr/>
          <p:nvPr/>
        </p:nvGrpSpPr>
        <p:grpSpPr>
          <a:xfrm>
            <a:off x="5060086" y="3895694"/>
            <a:ext cx="364202" cy="200055"/>
            <a:chOff x="5060209" y="1829668"/>
            <a:chExt cx="364202" cy="200055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8231B529-EEA8-23C3-0AE6-35ABEF01D558}"/>
                </a:ext>
              </a:extLst>
            </p:cNvPr>
            <p:cNvSpPr/>
            <p:nvPr/>
          </p:nvSpPr>
          <p:spPr>
            <a:xfrm>
              <a:off x="5082945" y="1861373"/>
              <a:ext cx="308109" cy="130629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EAD01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DBC30F"/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6F707F9-0BC4-43D4-D3E7-B9F3A07B6CF9}"/>
                </a:ext>
              </a:extLst>
            </p:cNvPr>
            <p:cNvSpPr txBox="1"/>
            <p:nvPr/>
          </p:nvSpPr>
          <p:spPr>
            <a:xfrm>
              <a:off x="5060209" y="1829668"/>
              <a:ext cx="364202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700" b="1" dirty="0">
                  <a:solidFill>
                    <a:srgbClr val="DBC30F"/>
                  </a:solidFill>
                  <a:latin typeface="Aptos Narrow" panose="020B0004020202020204" pitchFamily="34" charset="0"/>
                  <a:cs typeface="Arial" panose="020B0604020202020204" pitchFamily="34" charset="0"/>
                </a:rPr>
                <a:t>服务</a:t>
              </a:r>
              <a:endParaRPr lang="en-US" sz="700" b="1" dirty="0">
                <a:solidFill>
                  <a:srgbClr val="DBC30F"/>
                </a:solidFill>
                <a:latin typeface="Aptos Narrow" panose="020B00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464C3DDD-F167-34AF-110D-37880847AF47}"/>
              </a:ext>
            </a:extLst>
          </p:cNvPr>
          <p:cNvSpPr txBox="1"/>
          <p:nvPr/>
        </p:nvSpPr>
        <p:spPr>
          <a:xfrm>
            <a:off x="7304671" y="3888000"/>
            <a:ext cx="2776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x2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CB8FA33-3F16-BA1C-2544-9EEDEE8178B1}"/>
              </a:ext>
            </a:extLst>
          </p:cNvPr>
          <p:cNvSpPr txBox="1"/>
          <p:nvPr/>
        </p:nvSpPr>
        <p:spPr>
          <a:xfrm>
            <a:off x="4547714" y="4150957"/>
            <a:ext cx="18806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订单号：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20220214153635E324</a:t>
            </a:r>
            <a:endParaRPr lang="en-US" sz="1000" dirty="0">
              <a:solidFill>
                <a:schemeClr val="bg1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AC3583E-D62C-AEA0-E172-706028B39194}"/>
              </a:ext>
            </a:extLst>
          </p:cNvPr>
          <p:cNvGrpSpPr/>
          <p:nvPr/>
        </p:nvGrpSpPr>
        <p:grpSpPr>
          <a:xfrm>
            <a:off x="4630135" y="3719316"/>
            <a:ext cx="350520" cy="350520"/>
            <a:chOff x="4630135" y="1654408"/>
            <a:chExt cx="350520" cy="350520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CB326A5-7E0F-F67A-412D-25BC24B43599}"/>
                </a:ext>
              </a:extLst>
            </p:cNvPr>
            <p:cNvSpPr/>
            <p:nvPr/>
          </p:nvSpPr>
          <p:spPr>
            <a:xfrm>
              <a:off x="4630135" y="1654408"/>
              <a:ext cx="350520" cy="3505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4" name="Picture 53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3AEEB1AF-4D20-AD46-1F2C-FA8A0F7C99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64089" y="1692508"/>
              <a:ext cx="274320" cy="274320"/>
            </a:xfrm>
            <a:prstGeom prst="rect">
              <a:avLst/>
            </a:prstGeom>
          </p:spPr>
        </p:pic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4F546DB6-21F9-02A7-7A75-A166C9735A68}"/>
              </a:ext>
            </a:extLst>
          </p:cNvPr>
          <p:cNvSpPr txBox="1"/>
          <p:nvPr/>
        </p:nvSpPr>
        <p:spPr>
          <a:xfrm>
            <a:off x="6446253" y="4507274"/>
            <a:ext cx="113845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Aptos Narrow" panose="020B0004020202020204" pitchFamily="34" charset="0"/>
                <a:cs typeface="Arial" panose="020B0604020202020204" pitchFamily="34" charset="0"/>
              </a:rPr>
              <a:t>订单金额：￥</a:t>
            </a:r>
            <a:r>
              <a:rPr lang="en-US" altLang="zh-CN" sz="900" b="1" dirty="0">
                <a:latin typeface="Aptos Narrow" panose="020B0004020202020204" pitchFamily="34" charset="0"/>
                <a:cs typeface="Arial" panose="020B0604020202020204" pitchFamily="34" charset="0"/>
              </a:rPr>
              <a:t>24.00</a:t>
            </a:r>
            <a:endParaRPr lang="en-US" sz="90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78E8175-8B67-7BFE-398E-0EE4C1C81C97}"/>
              </a:ext>
            </a:extLst>
          </p:cNvPr>
          <p:cNvSpPr txBox="1"/>
          <p:nvPr/>
        </p:nvSpPr>
        <p:spPr>
          <a:xfrm>
            <a:off x="6339572" y="4768335"/>
            <a:ext cx="113845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线上支付：￥</a:t>
            </a:r>
            <a:r>
              <a:rPr lang="en-US" altLang="zh-CN" sz="900" b="1" dirty="0">
                <a:solidFill>
                  <a:schemeClr val="bg1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24.00</a:t>
            </a:r>
            <a:endParaRPr lang="en-US" sz="900" b="1" dirty="0">
              <a:solidFill>
                <a:schemeClr val="bg1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A9310CF9-071A-0544-45C0-5EC6EBA8784C}"/>
              </a:ext>
            </a:extLst>
          </p:cNvPr>
          <p:cNvCxnSpPr/>
          <p:nvPr/>
        </p:nvCxnSpPr>
        <p:spPr>
          <a:xfrm flipH="1">
            <a:off x="3611880" y="906780"/>
            <a:ext cx="8821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FB24AE4F-A057-4735-64F5-DB044C0C93EA}"/>
              </a:ext>
            </a:extLst>
          </p:cNvPr>
          <p:cNvSpPr txBox="1"/>
          <p:nvPr/>
        </p:nvSpPr>
        <p:spPr>
          <a:xfrm>
            <a:off x="2537217" y="691148"/>
            <a:ext cx="1018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navigate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AE77B23-0B53-1DDC-2B18-43BB466192C5}"/>
              </a:ext>
            </a:extLst>
          </p:cNvPr>
          <p:cNvCxnSpPr/>
          <p:nvPr/>
        </p:nvCxnSpPr>
        <p:spPr>
          <a:xfrm flipH="1">
            <a:off x="3665614" y="1358900"/>
            <a:ext cx="8821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956364F7-8A95-2A59-C6CD-15029A5E8B6A}"/>
              </a:ext>
            </a:extLst>
          </p:cNvPr>
          <p:cNvSpPr txBox="1"/>
          <p:nvPr/>
        </p:nvSpPr>
        <p:spPr>
          <a:xfrm>
            <a:off x="3035021" y="1152925"/>
            <a:ext cx="601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date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D0368D6B-9B21-54C6-ED6A-13081AC1BEB9}"/>
              </a:ext>
            </a:extLst>
          </p:cNvPr>
          <p:cNvCxnSpPr/>
          <p:nvPr/>
        </p:nvCxnSpPr>
        <p:spPr>
          <a:xfrm flipH="1">
            <a:off x="3748035" y="1815472"/>
            <a:ext cx="8821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49D83536-D850-E208-E202-19043D5A3529}"/>
              </a:ext>
            </a:extLst>
          </p:cNvPr>
          <p:cNvSpPr txBox="1"/>
          <p:nvPr/>
        </p:nvSpPr>
        <p:spPr>
          <a:xfrm>
            <a:off x="2428074" y="1616442"/>
            <a:ext cx="1330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gallery.png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DBBB8776-9DCE-8EDC-6536-B1AEA7DEF062}"/>
              </a:ext>
            </a:extLst>
          </p:cNvPr>
          <p:cNvCxnSpPr/>
          <p:nvPr/>
        </p:nvCxnSpPr>
        <p:spPr>
          <a:xfrm flipH="1">
            <a:off x="3732795" y="2195831"/>
            <a:ext cx="8821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35C7E4D0-81B5-6D61-2EAC-87813D20DF24}"/>
              </a:ext>
            </a:extLst>
          </p:cNvPr>
          <p:cNvSpPr txBox="1"/>
          <p:nvPr/>
        </p:nvSpPr>
        <p:spPr>
          <a:xfrm>
            <a:off x="2830763" y="2009003"/>
            <a:ext cx="9140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orderID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E78B0334-A1AC-DD2F-DE17-C8B4338D9DFE}"/>
              </a:ext>
            </a:extLst>
          </p:cNvPr>
          <p:cNvCxnSpPr>
            <a:cxnSpLocks/>
          </p:cNvCxnSpPr>
          <p:nvPr/>
        </p:nvCxnSpPr>
        <p:spPr>
          <a:xfrm flipH="1">
            <a:off x="3962400" y="3781200"/>
            <a:ext cx="10854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47461C2F-534D-17C0-D38D-448CD5741040}"/>
              </a:ext>
            </a:extLst>
          </p:cNvPr>
          <p:cNvSpPr txBox="1"/>
          <p:nvPr/>
        </p:nvSpPr>
        <p:spPr>
          <a:xfrm>
            <a:off x="2943901" y="3579213"/>
            <a:ext cx="1018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itemName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4728AD72-6DD8-44F5-949E-E9D4D9D015C2}"/>
              </a:ext>
            </a:extLst>
          </p:cNvPr>
          <p:cNvCxnSpPr>
            <a:cxnSpLocks/>
          </p:cNvCxnSpPr>
          <p:nvPr/>
        </p:nvCxnSpPr>
        <p:spPr>
          <a:xfrm flipH="1">
            <a:off x="3962128" y="4002936"/>
            <a:ext cx="10854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B6D00F48-F7DD-FE42-3026-868676E13096}"/>
              </a:ext>
            </a:extLst>
          </p:cNvPr>
          <p:cNvSpPr txBox="1"/>
          <p:nvPr/>
        </p:nvSpPr>
        <p:spPr>
          <a:xfrm>
            <a:off x="3430449" y="3803116"/>
            <a:ext cx="49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tag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2A471DD0-C95E-9617-BEB5-31947CD149E2}"/>
              </a:ext>
            </a:extLst>
          </p:cNvPr>
          <p:cNvCxnSpPr>
            <a:cxnSpLocks/>
          </p:cNvCxnSpPr>
          <p:nvPr/>
        </p:nvCxnSpPr>
        <p:spPr>
          <a:xfrm flipV="1">
            <a:off x="7615758" y="1358900"/>
            <a:ext cx="974522" cy="17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51DDDBA1-F0CF-9986-2AFA-D1CADDB62D5F}"/>
              </a:ext>
            </a:extLst>
          </p:cNvPr>
          <p:cNvSpPr txBox="1"/>
          <p:nvPr/>
        </p:nvSpPr>
        <p:spPr>
          <a:xfrm>
            <a:off x="8590280" y="1178042"/>
            <a:ext cx="8098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status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EFC87AC-64C3-7615-A077-02819602930C}"/>
              </a:ext>
            </a:extLst>
          </p:cNvPr>
          <p:cNvCxnSpPr>
            <a:cxnSpLocks/>
          </p:cNvCxnSpPr>
          <p:nvPr/>
        </p:nvCxnSpPr>
        <p:spPr>
          <a:xfrm flipV="1">
            <a:off x="7582311" y="1915653"/>
            <a:ext cx="974522" cy="17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12185D9B-5E16-6E0B-DAA9-E9F10BA7EBDC}"/>
              </a:ext>
            </a:extLst>
          </p:cNvPr>
          <p:cNvSpPr txBox="1"/>
          <p:nvPr/>
        </p:nvSpPr>
        <p:spPr>
          <a:xfrm>
            <a:off x="8556833" y="1734795"/>
            <a:ext cx="1122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numOfItem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5A5EB431-F935-1048-B250-7FC110D0E236}"/>
              </a:ext>
            </a:extLst>
          </p:cNvPr>
          <p:cNvCxnSpPr>
            <a:cxnSpLocks/>
          </p:cNvCxnSpPr>
          <p:nvPr/>
        </p:nvCxnSpPr>
        <p:spPr>
          <a:xfrm flipV="1">
            <a:off x="7541943" y="2545045"/>
            <a:ext cx="974522" cy="17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C8943EB9-8BB6-B091-9415-8DAD464A133A}"/>
              </a:ext>
            </a:extLst>
          </p:cNvPr>
          <p:cNvSpPr txBox="1"/>
          <p:nvPr/>
        </p:nvSpPr>
        <p:spPr>
          <a:xfrm>
            <a:off x="8516465" y="2364187"/>
            <a:ext cx="1330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totalAmount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9D909A83-225B-F6C4-BDF2-3E3C1925373E}"/>
              </a:ext>
            </a:extLst>
          </p:cNvPr>
          <p:cNvCxnSpPr>
            <a:cxnSpLocks/>
          </p:cNvCxnSpPr>
          <p:nvPr/>
        </p:nvCxnSpPr>
        <p:spPr>
          <a:xfrm flipV="1">
            <a:off x="7469261" y="2822069"/>
            <a:ext cx="974522" cy="17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D3843CB7-47B4-2ED1-EC6A-0C39004C1FE2}"/>
              </a:ext>
            </a:extLst>
          </p:cNvPr>
          <p:cNvSpPr txBox="1"/>
          <p:nvPr/>
        </p:nvSpPr>
        <p:spPr>
          <a:xfrm>
            <a:off x="8443783" y="2641211"/>
            <a:ext cx="17475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payment(online)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10" name="Rectangle: Rounded Corners 19">
            <a:extLst>
              <a:ext uri="{FF2B5EF4-FFF2-40B4-BE49-F238E27FC236}">
                <a16:creationId xmlns:a16="http://schemas.microsoft.com/office/drawing/2014/main" id="{3A40693B-9D67-2E42-5C84-E6B088D63E12}"/>
              </a:ext>
            </a:extLst>
          </p:cNvPr>
          <p:cNvSpPr/>
          <p:nvPr/>
        </p:nvSpPr>
        <p:spPr>
          <a:xfrm>
            <a:off x="4368169" y="6189066"/>
            <a:ext cx="3455661" cy="417641"/>
          </a:xfrm>
          <a:custGeom>
            <a:avLst/>
            <a:gdLst>
              <a:gd name="connsiteX0" fmla="*/ 0 w 3459193"/>
              <a:gd name="connsiteY0" fmla="*/ 76268 h 416694"/>
              <a:gd name="connsiteX1" fmla="*/ 76268 w 3459193"/>
              <a:gd name="connsiteY1" fmla="*/ 0 h 416694"/>
              <a:gd name="connsiteX2" fmla="*/ 3382925 w 3459193"/>
              <a:gd name="connsiteY2" fmla="*/ 0 h 416694"/>
              <a:gd name="connsiteX3" fmla="*/ 3459193 w 3459193"/>
              <a:gd name="connsiteY3" fmla="*/ 76268 h 416694"/>
              <a:gd name="connsiteX4" fmla="*/ 3459193 w 3459193"/>
              <a:gd name="connsiteY4" fmla="*/ 340426 h 416694"/>
              <a:gd name="connsiteX5" fmla="*/ 3382925 w 3459193"/>
              <a:gd name="connsiteY5" fmla="*/ 416694 h 416694"/>
              <a:gd name="connsiteX6" fmla="*/ 76268 w 3459193"/>
              <a:gd name="connsiteY6" fmla="*/ 416694 h 416694"/>
              <a:gd name="connsiteX7" fmla="*/ 0 w 3459193"/>
              <a:gd name="connsiteY7" fmla="*/ 340426 h 416694"/>
              <a:gd name="connsiteX8" fmla="*/ 0 w 3459193"/>
              <a:gd name="connsiteY8" fmla="*/ 76268 h 416694"/>
              <a:gd name="connsiteX0" fmla="*/ 98 w 3459291"/>
              <a:gd name="connsiteY0" fmla="*/ 76268 h 416694"/>
              <a:gd name="connsiteX1" fmla="*/ 38266 w 3459291"/>
              <a:gd name="connsiteY1" fmla="*/ 0 h 416694"/>
              <a:gd name="connsiteX2" fmla="*/ 3383023 w 3459291"/>
              <a:gd name="connsiteY2" fmla="*/ 0 h 416694"/>
              <a:gd name="connsiteX3" fmla="*/ 3459291 w 3459291"/>
              <a:gd name="connsiteY3" fmla="*/ 76268 h 416694"/>
              <a:gd name="connsiteX4" fmla="*/ 3459291 w 3459291"/>
              <a:gd name="connsiteY4" fmla="*/ 340426 h 416694"/>
              <a:gd name="connsiteX5" fmla="*/ 3383023 w 3459291"/>
              <a:gd name="connsiteY5" fmla="*/ 416694 h 416694"/>
              <a:gd name="connsiteX6" fmla="*/ 76366 w 3459291"/>
              <a:gd name="connsiteY6" fmla="*/ 416694 h 416694"/>
              <a:gd name="connsiteX7" fmla="*/ 98 w 3459291"/>
              <a:gd name="connsiteY7" fmla="*/ 340426 h 416694"/>
              <a:gd name="connsiteX8" fmla="*/ 98 w 3459291"/>
              <a:gd name="connsiteY8" fmla="*/ 76268 h 416694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382925 w 3459193"/>
              <a:gd name="connsiteY2" fmla="*/ 2272 h 418966"/>
              <a:gd name="connsiteX3" fmla="*/ 3459193 w 3459193"/>
              <a:gd name="connsiteY3" fmla="*/ 785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470"/>
              <a:gd name="connsiteY0" fmla="*/ 30280 h 418966"/>
              <a:gd name="connsiteX1" fmla="*/ 38168 w 3459470"/>
              <a:gd name="connsiteY1" fmla="*/ 2272 h 418966"/>
              <a:gd name="connsiteX2" fmla="*/ 3422930 w 3459470"/>
              <a:gd name="connsiteY2" fmla="*/ 367 h 418966"/>
              <a:gd name="connsiteX3" fmla="*/ 3459193 w 3459470"/>
              <a:gd name="connsiteY3" fmla="*/ 78540 h 418966"/>
              <a:gd name="connsiteX4" fmla="*/ 3459193 w 3459470"/>
              <a:gd name="connsiteY4" fmla="*/ 342698 h 418966"/>
              <a:gd name="connsiteX5" fmla="*/ 3382925 w 3459470"/>
              <a:gd name="connsiteY5" fmla="*/ 418966 h 418966"/>
              <a:gd name="connsiteX6" fmla="*/ 76268 w 3459470"/>
              <a:gd name="connsiteY6" fmla="*/ 418966 h 418966"/>
              <a:gd name="connsiteX7" fmla="*/ 0 w 3459470"/>
              <a:gd name="connsiteY7" fmla="*/ 342698 h 418966"/>
              <a:gd name="connsiteX8" fmla="*/ 2540 w 3459470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01010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301010 w 3461098"/>
              <a:gd name="connsiteY5" fmla="*/ 418966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25529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20778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9194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342698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163946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162040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0363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9252"/>
              <a:gd name="connsiteX1" fmla="*/ 36262 w 3457565"/>
              <a:gd name="connsiteY1" fmla="*/ 2272 h 419252"/>
              <a:gd name="connsiteX2" fmla="*/ 3421024 w 3457565"/>
              <a:gd name="connsiteY2" fmla="*/ 367 h 419252"/>
              <a:gd name="connsiteX3" fmla="*/ 3457288 w 3457565"/>
              <a:gd name="connsiteY3" fmla="*/ 40440 h 419252"/>
              <a:gd name="connsiteX4" fmla="*/ 3457286 w 3457565"/>
              <a:gd name="connsiteY4" fmla="*/ 196013 h 419252"/>
              <a:gd name="connsiteX5" fmla="*/ 3192424 w 3457565"/>
              <a:gd name="connsiteY5" fmla="*/ 417061 h 419252"/>
              <a:gd name="connsiteX6" fmla="*/ 242094 w 3457565"/>
              <a:gd name="connsiteY6" fmla="*/ 418966 h 419252"/>
              <a:gd name="connsiteX7" fmla="*/ 0 w 3457565"/>
              <a:gd name="connsiteY7" fmla="*/ 192202 h 419252"/>
              <a:gd name="connsiteX8" fmla="*/ 634 w 3457565"/>
              <a:gd name="connsiteY8" fmla="*/ 30280 h 419252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374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3740 h 417643"/>
              <a:gd name="connsiteX0" fmla="*/ 634 w 3457565"/>
              <a:gd name="connsiteY0" fmla="*/ 3755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7550 h 417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57565" h="417643">
                <a:moveTo>
                  <a:pt x="634" y="37550"/>
                </a:moveTo>
                <a:cubicBezTo>
                  <a:pt x="634" y="-4572"/>
                  <a:pt x="-5860" y="1922"/>
                  <a:pt x="36262" y="1922"/>
                </a:cubicBezTo>
                <a:lnTo>
                  <a:pt x="3421024" y="17"/>
                </a:lnTo>
                <a:cubicBezTo>
                  <a:pt x="3463146" y="17"/>
                  <a:pt x="3457288" y="-2032"/>
                  <a:pt x="3457288" y="40090"/>
                </a:cubicBezTo>
                <a:cubicBezTo>
                  <a:pt x="3457923" y="91948"/>
                  <a:pt x="3456651" y="143805"/>
                  <a:pt x="3457286" y="195663"/>
                </a:cubicBezTo>
                <a:cubicBezTo>
                  <a:pt x="3438236" y="363515"/>
                  <a:pt x="3278361" y="426236"/>
                  <a:pt x="3192424" y="416711"/>
                </a:cubicBezTo>
                <a:lnTo>
                  <a:pt x="264967" y="416711"/>
                </a:lnTo>
                <a:cubicBezTo>
                  <a:pt x="163757" y="426236"/>
                  <a:pt x="9530" y="344465"/>
                  <a:pt x="0" y="191852"/>
                </a:cubicBezTo>
                <a:cubicBezTo>
                  <a:pt x="847" y="87713"/>
                  <a:pt x="-213" y="141689"/>
                  <a:pt x="634" y="3755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C59427-59AE-9B68-B62B-E7F1ACC7F2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77075" y="6284058"/>
            <a:ext cx="228600" cy="228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8E02445-C9E5-7262-9023-D1C15F4451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21749" y="6282318"/>
            <a:ext cx="228600" cy="2280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7D2553C-7363-53F2-4074-C74398EFDA1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31486" y="6276838"/>
            <a:ext cx="228600" cy="2286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957A3EC-1A40-7861-9D67-EE5CDFCB87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5781" y="6282052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619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320D741-9A88-90BA-A0F9-CAAC33FD91A2}"/>
              </a:ext>
            </a:extLst>
          </p:cNvPr>
          <p:cNvSpPr/>
          <p:nvPr/>
        </p:nvSpPr>
        <p:spPr>
          <a:xfrm>
            <a:off x="4362449" y="621185"/>
            <a:ext cx="3464701" cy="5986146"/>
          </a:xfrm>
          <a:custGeom>
            <a:avLst/>
            <a:gdLst>
              <a:gd name="connsiteX0" fmla="*/ 0 w 3455598"/>
              <a:gd name="connsiteY0" fmla="*/ 0 h 5982336"/>
              <a:gd name="connsiteX1" fmla="*/ 3455598 w 3455598"/>
              <a:gd name="connsiteY1" fmla="*/ 0 h 5982336"/>
              <a:gd name="connsiteX2" fmla="*/ 3455598 w 3455598"/>
              <a:gd name="connsiteY2" fmla="*/ 5982336 h 5982336"/>
              <a:gd name="connsiteX3" fmla="*/ 0 w 3455598"/>
              <a:gd name="connsiteY3" fmla="*/ 5982336 h 5982336"/>
              <a:gd name="connsiteX4" fmla="*/ 0 w 3455598"/>
              <a:gd name="connsiteY4" fmla="*/ 0 h 5982336"/>
              <a:gd name="connsiteX0" fmla="*/ 3953 w 3459551"/>
              <a:gd name="connsiteY0" fmla="*/ 0 h 5982336"/>
              <a:gd name="connsiteX1" fmla="*/ 3459551 w 3459551"/>
              <a:gd name="connsiteY1" fmla="*/ 0 h 5982336"/>
              <a:gd name="connsiteX2" fmla="*/ 3459551 w 3459551"/>
              <a:gd name="connsiteY2" fmla="*/ 5982336 h 5982336"/>
              <a:gd name="connsiteX3" fmla="*/ 3953 w 3459551"/>
              <a:gd name="connsiteY3" fmla="*/ 5982336 h 5982336"/>
              <a:gd name="connsiteX4" fmla="*/ 0 w 3459551"/>
              <a:gd name="connsiteY4" fmla="*/ 5638645 h 5982336"/>
              <a:gd name="connsiteX5" fmla="*/ 3953 w 3459551"/>
              <a:gd name="connsiteY5" fmla="*/ 0 h 5982336"/>
              <a:gd name="connsiteX0" fmla="*/ 3953 w 3459551"/>
              <a:gd name="connsiteY0" fmla="*/ 0 h 5982336"/>
              <a:gd name="connsiteX1" fmla="*/ 3459551 w 3459551"/>
              <a:gd name="connsiteY1" fmla="*/ 0 h 5982336"/>
              <a:gd name="connsiteX2" fmla="*/ 3459551 w 3459551"/>
              <a:gd name="connsiteY2" fmla="*/ 5982336 h 5982336"/>
              <a:gd name="connsiteX3" fmla="*/ 251603 w 3459551"/>
              <a:gd name="connsiteY3" fmla="*/ 5982336 h 5982336"/>
              <a:gd name="connsiteX4" fmla="*/ 0 w 3459551"/>
              <a:gd name="connsiteY4" fmla="*/ 5638645 h 5982336"/>
              <a:gd name="connsiteX5" fmla="*/ 3953 w 3459551"/>
              <a:gd name="connsiteY5" fmla="*/ 0 h 5982336"/>
              <a:gd name="connsiteX0" fmla="*/ 3953 w 3459551"/>
              <a:gd name="connsiteY0" fmla="*/ 0 h 5982336"/>
              <a:gd name="connsiteX1" fmla="*/ 3459551 w 3459551"/>
              <a:gd name="connsiteY1" fmla="*/ 0 h 5982336"/>
              <a:gd name="connsiteX2" fmla="*/ 3459551 w 3459551"/>
              <a:gd name="connsiteY2" fmla="*/ 5982336 h 5982336"/>
              <a:gd name="connsiteX3" fmla="*/ 251603 w 3459551"/>
              <a:gd name="connsiteY3" fmla="*/ 5982336 h 5982336"/>
              <a:gd name="connsiteX4" fmla="*/ 0 w 3459551"/>
              <a:gd name="connsiteY4" fmla="*/ 5638645 h 5982336"/>
              <a:gd name="connsiteX5" fmla="*/ 3953 w 3459551"/>
              <a:gd name="connsiteY5" fmla="*/ 0 h 5982336"/>
              <a:gd name="connsiteX0" fmla="*/ 3953 w 3463291"/>
              <a:gd name="connsiteY0" fmla="*/ 0 h 5982336"/>
              <a:gd name="connsiteX1" fmla="*/ 3459551 w 3463291"/>
              <a:gd name="connsiteY1" fmla="*/ 0 h 5982336"/>
              <a:gd name="connsiteX2" fmla="*/ 3463291 w 3463291"/>
              <a:gd name="connsiteY2" fmla="*/ 5600545 h 5982336"/>
              <a:gd name="connsiteX3" fmla="*/ 3459551 w 3463291"/>
              <a:gd name="connsiteY3" fmla="*/ 5982336 h 5982336"/>
              <a:gd name="connsiteX4" fmla="*/ 251603 w 3463291"/>
              <a:gd name="connsiteY4" fmla="*/ 5982336 h 5982336"/>
              <a:gd name="connsiteX5" fmla="*/ 0 w 3463291"/>
              <a:gd name="connsiteY5" fmla="*/ 5638645 h 5982336"/>
              <a:gd name="connsiteX6" fmla="*/ 3953 w 3463291"/>
              <a:gd name="connsiteY6" fmla="*/ 0 h 5982336"/>
              <a:gd name="connsiteX0" fmla="*/ 3953 w 3463291"/>
              <a:gd name="connsiteY0" fmla="*/ 0 h 5986146"/>
              <a:gd name="connsiteX1" fmla="*/ 3459551 w 3463291"/>
              <a:gd name="connsiteY1" fmla="*/ 0 h 5986146"/>
              <a:gd name="connsiteX2" fmla="*/ 3463291 w 3463291"/>
              <a:gd name="connsiteY2" fmla="*/ 5600545 h 5986146"/>
              <a:gd name="connsiteX3" fmla="*/ 3223331 w 3463291"/>
              <a:gd name="connsiteY3" fmla="*/ 5986146 h 5986146"/>
              <a:gd name="connsiteX4" fmla="*/ 251603 w 3463291"/>
              <a:gd name="connsiteY4" fmla="*/ 5982336 h 5986146"/>
              <a:gd name="connsiteX5" fmla="*/ 0 w 3463291"/>
              <a:gd name="connsiteY5" fmla="*/ 5638645 h 5986146"/>
              <a:gd name="connsiteX6" fmla="*/ 3953 w 3463291"/>
              <a:gd name="connsiteY6" fmla="*/ 0 h 5986146"/>
              <a:gd name="connsiteX0" fmla="*/ 3953 w 3464701"/>
              <a:gd name="connsiteY0" fmla="*/ 0 h 5986146"/>
              <a:gd name="connsiteX1" fmla="*/ 3459551 w 3464701"/>
              <a:gd name="connsiteY1" fmla="*/ 0 h 5986146"/>
              <a:gd name="connsiteX2" fmla="*/ 3463291 w 3464701"/>
              <a:gd name="connsiteY2" fmla="*/ 5600545 h 5986146"/>
              <a:gd name="connsiteX3" fmla="*/ 3223331 w 3464701"/>
              <a:gd name="connsiteY3" fmla="*/ 5986146 h 5986146"/>
              <a:gd name="connsiteX4" fmla="*/ 251603 w 3464701"/>
              <a:gd name="connsiteY4" fmla="*/ 5982336 h 5986146"/>
              <a:gd name="connsiteX5" fmla="*/ 0 w 3464701"/>
              <a:gd name="connsiteY5" fmla="*/ 5638645 h 5986146"/>
              <a:gd name="connsiteX6" fmla="*/ 3953 w 3464701"/>
              <a:gd name="connsiteY6" fmla="*/ 0 h 5986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64701" h="5986146">
                <a:moveTo>
                  <a:pt x="3953" y="0"/>
                </a:moveTo>
                <a:lnTo>
                  <a:pt x="3459551" y="0"/>
                </a:lnTo>
                <a:cubicBezTo>
                  <a:pt x="3459528" y="1949398"/>
                  <a:pt x="3463314" y="3651147"/>
                  <a:pt x="3463291" y="5600545"/>
                </a:cubicBezTo>
                <a:cubicBezTo>
                  <a:pt x="3462044" y="5727809"/>
                  <a:pt x="3502708" y="5923652"/>
                  <a:pt x="3223331" y="5986146"/>
                </a:cubicBezTo>
                <a:lnTo>
                  <a:pt x="251603" y="5982336"/>
                </a:lnTo>
                <a:cubicBezTo>
                  <a:pt x="-7525" y="5973182"/>
                  <a:pt x="3858" y="5682089"/>
                  <a:pt x="0" y="5638645"/>
                </a:cubicBezTo>
                <a:cubicBezTo>
                  <a:pt x="1318" y="3759097"/>
                  <a:pt x="2635" y="1879548"/>
                  <a:pt x="395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6C747C-57DD-AAA1-3DA7-1BD0AC9A6A40}"/>
              </a:ext>
            </a:extLst>
          </p:cNvPr>
          <p:cNvSpPr txBox="1"/>
          <p:nvPr/>
        </p:nvSpPr>
        <p:spPr>
          <a:xfrm>
            <a:off x="22860" y="0"/>
            <a:ext cx="1330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orderDetial</a:t>
            </a:r>
            <a:endParaRPr lang="en-US" altLang="zh-CN" sz="16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64326F4-80EF-A72B-56AB-AEE750DA8840}"/>
              </a:ext>
            </a:extLst>
          </p:cNvPr>
          <p:cNvSpPr/>
          <p:nvPr/>
        </p:nvSpPr>
        <p:spPr>
          <a:xfrm>
            <a:off x="4532530" y="1830966"/>
            <a:ext cx="3123117" cy="3442074"/>
          </a:xfrm>
          <a:prstGeom prst="roundRect">
            <a:avLst>
              <a:gd name="adj" fmla="val 352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3067443-D416-D593-467E-B3B0D829D07F}"/>
              </a:ext>
            </a:extLst>
          </p:cNvPr>
          <p:cNvSpPr/>
          <p:nvPr/>
        </p:nvSpPr>
        <p:spPr>
          <a:xfrm>
            <a:off x="4362450" y="672120"/>
            <a:ext cx="3463280" cy="1168871"/>
          </a:xfrm>
          <a:custGeom>
            <a:avLst/>
            <a:gdLst>
              <a:gd name="connsiteX0" fmla="*/ 0 w 2113280"/>
              <a:gd name="connsiteY0" fmla="*/ 0 h 1041400"/>
              <a:gd name="connsiteX1" fmla="*/ 0 w 2113280"/>
              <a:gd name="connsiteY1" fmla="*/ 0 h 1041400"/>
              <a:gd name="connsiteX2" fmla="*/ 2113280 w 2113280"/>
              <a:gd name="connsiteY2" fmla="*/ 0 h 1041400"/>
              <a:gd name="connsiteX3" fmla="*/ 2113280 w 2113280"/>
              <a:gd name="connsiteY3" fmla="*/ 0 h 1041400"/>
              <a:gd name="connsiteX4" fmla="*/ 2113280 w 2113280"/>
              <a:gd name="connsiteY4" fmla="*/ 1041400 h 1041400"/>
              <a:gd name="connsiteX5" fmla="*/ 2113280 w 2113280"/>
              <a:gd name="connsiteY5" fmla="*/ 1041400 h 1041400"/>
              <a:gd name="connsiteX6" fmla="*/ 0 w 2113280"/>
              <a:gd name="connsiteY6" fmla="*/ 1041400 h 1041400"/>
              <a:gd name="connsiteX7" fmla="*/ 0 w 2113280"/>
              <a:gd name="connsiteY7" fmla="*/ 1041400 h 1041400"/>
              <a:gd name="connsiteX8" fmla="*/ 0 w 2113280"/>
              <a:gd name="connsiteY8" fmla="*/ 0 h 1041400"/>
              <a:gd name="connsiteX0" fmla="*/ 1905 w 2115185"/>
              <a:gd name="connsiteY0" fmla="*/ 0 h 1041400"/>
              <a:gd name="connsiteX1" fmla="*/ 1905 w 2115185"/>
              <a:gd name="connsiteY1" fmla="*/ 0 h 1041400"/>
              <a:gd name="connsiteX2" fmla="*/ 2115185 w 2115185"/>
              <a:gd name="connsiteY2" fmla="*/ 0 h 1041400"/>
              <a:gd name="connsiteX3" fmla="*/ 2115185 w 2115185"/>
              <a:gd name="connsiteY3" fmla="*/ 0 h 1041400"/>
              <a:gd name="connsiteX4" fmla="*/ 2115185 w 2115185"/>
              <a:gd name="connsiteY4" fmla="*/ 1041400 h 1041400"/>
              <a:gd name="connsiteX5" fmla="*/ 2115185 w 2115185"/>
              <a:gd name="connsiteY5" fmla="*/ 1041400 h 1041400"/>
              <a:gd name="connsiteX6" fmla="*/ 1905 w 2115185"/>
              <a:gd name="connsiteY6" fmla="*/ 1041400 h 1041400"/>
              <a:gd name="connsiteX7" fmla="*/ 0 w 2115185"/>
              <a:gd name="connsiteY7" fmla="*/ 957580 h 1041400"/>
              <a:gd name="connsiteX8" fmla="*/ 1905 w 2115185"/>
              <a:gd name="connsiteY8" fmla="*/ 0 h 1041400"/>
              <a:gd name="connsiteX0" fmla="*/ 1905 w 2115185"/>
              <a:gd name="connsiteY0" fmla="*/ 0 h 1041400"/>
              <a:gd name="connsiteX1" fmla="*/ 1905 w 2115185"/>
              <a:gd name="connsiteY1" fmla="*/ 0 h 1041400"/>
              <a:gd name="connsiteX2" fmla="*/ 2115185 w 2115185"/>
              <a:gd name="connsiteY2" fmla="*/ 0 h 1041400"/>
              <a:gd name="connsiteX3" fmla="*/ 2115185 w 2115185"/>
              <a:gd name="connsiteY3" fmla="*/ 0 h 1041400"/>
              <a:gd name="connsiteX4" fmla="*/ 2115185 w 2115185"/>
              <a:gd name="connsiteY4" fmla="*/ 1041400 h 1041400"/>
              <a:gd name="connsiteX5" fmla="*/ 2115185 w 2115185"/>
              <a:gd name="connsiteY5" fmla="*/ 1041400 h 1041400"/>
              <a:gd name="connsiteX6" fmla="*/ 78105 w 2115185"/>
              <a:gd name="connsiteY6" fmla="*/ 1041400 h 1041400"/>
              <a:gd name="connsiteX7" fmla="*/ 0 w 2115185"/>
              <a:gd name="connsiteY7" fmla="*/ 957580 h 1041400"/>
              <a:gd name="connsiteX8" fmla="*/ 1905 w 2115185"/>
              <a:gd name="connsiteY8" fmla="*/ 0 h 1041400"/>
              <a:gd name="connsiteX0" fmla="*/ 1905 w 2115185"/>
              <a:gd name="connsiteY0" fmla="*/ 0 h 1041400"/>
              <a:gd name="connsiteX1" fmla="*/ 1905 w 2115185"/>
              <a:gd name="connsiteY1" fmla="*/ 0 h 1041400"/>
              <a:gd name="connsiteX2" fmla="*/ 2115185 w 2115185"/>
              <a:gd name="connsiteY2" fmla="*/ 0 h 1041400"/>
              <a:gd name="connsiteX3" fmla="*/ 2115185 w 2115185"/>
              <a:gd name="connsiteY3" fmla="*/ 0 h 1041400"/>
              <a:gd name="connsiteX4" fmla="*/ 2115185 w 2115185"/>
              <a:gd name="connsiteY4" fmla="*/ 1041400 h 1041400"/>
              <a:gd name="connsiteX5" fmla="*/ 2115185 w 2115185"/>
              <a:gd name="connsiteY5" fmla="*/ 1041400 h 1041400"/>
              <a:gd name="connsiteX6" fmla="*/ 110490 w 2115185"/>
              <a:gd name="connsiteY6" fmla="*/ 1041400 h 1041400"/>
              <a:gd name="connsiteX7" fmla="*/ 0 w 2115185"/>
              <a:gd name="connsiteY7" fmla="*/ 957580 h 1041400"/>
              <a:gd name="connsiteX8" fmla="*/ 1905 w 2115185"/>
              <a:gd name="connsiteY8" fmla="*/ 0 h 1041400"/>
              <a:gd name="connsiteX0" fmla="*/ 1905 w 2115185"/>
              <a:gd name="connsiteY0" fmla="*/ 0 h 1041400"/>
              <a:gd name="connsiteX1" fmla="*/ 1905 w 2115185"/>
              <a:gd name="connsiteY1" fmla="*/ 0 h 1041400"/>
              <a:gd name="connsiteX2" fmla="*/ 2115185 w 2115185"/>
              <a:gd name="connsiteY2" fmla="*/ 0 h 1041400"/>
              <a:gd name="connsiteX3" fmla="*/ 2115185 w 2115185"/>
              <a:gd name="connsiteY3" fmla="*/ 0 h 1041400"/>
              <a:gd name="connsiteX4" fmla="*/ 2115185 w 2115185"/>
              <a:gd name="connsiteY4" fmla="*/ 1041400 h 1041400"/>
              <a:gd name="connsiteX5" fmla="*/ 2115185 w 2115185"/>
              <a:gd name="connsiteY5" fmla="*/ 1041400 h 1041400"/>
              <a:gd name="connsiteX6" fmla="*/ 110490 w 2115185"/>
              <a:gd name="connsiteY6" fmla="*/ 1041400 h 1041400"/>
              <a:gd name="connsiteX7" fmla="*/ 0 w 2115185"/>
              <a:gd name="connsiteY7" fmla="*/ 904240 h 1041400"/>
              <a:gd name="connsiteX8" fmla="*/ 1905 w 2115185"/>
              <a:gd name="connsiteY8" fmla="*/ 0 h 1041400"/>
              <a:gd name="connsiteX0" fmla="*/ 1905 w 2115185"/>
              <a:gd name="connsiteY0" fmla="*/ 0 h 1041400"/>
              <a:gd name="connsiteX1" fmla="*/ 1905 w 2115185"/>
              <a:gd name="connsiteY1" fmla="*/ 0 h 1041400"/>
              <a:gd name="connsiteX2" fmla="*/ 2115185 w 2115185"/>
              <a:gd name="connsiteY2" fmla="*/ 0 h 1041400"/>
              <a:gd name="connsiteX3" fmla="*/ 2115185 w 2115185"/>
              <a:gd name="connsiteY3" fmla="*/ 0 h 1041400"/>
              <a:gd name="connsiteX4" fmla="*/ 2115185 w 2115185"/>
              <a:gd name="connsiteY4" fmla="*/ 1041400 h 1041400"/>
              <a:gd name="connsiteX5" fmla="*/ 2115185 w 2115185"/>
              <a:gd name="connsiteY5" fmla="*/ 1041400 h 1041400"/>
              <a:gd name="connsiteX6" fmla="*/ 138475 w 2115185"/>
              <a:gd name="connsiteY6" fmla="*/ 1041400 h 1041400"/>
              <a:gd name="connsiteX7" fmla="*/ 0 w 2115185"/>
              <a:gd name="connsiteY7" fmla="*/ 904240 h 1041400"/>
              <a:gd name="connsiteX8" fmla="*/ 1905 w 2115185"/>
              <a:gd name="connsiteY8" fmla="*/ 0 h 1041400"/>
              <a:gd name="connsiteX0" fmla="*/ 1905 w 2115185"/>
              <a:gd name="connsiteY0" fmla="*/ 0 h 1041400"/>
              <a:gd name="connsiteX1" fmla="*/ 1905 w 2115185"/>
              <a:gd name="connsiteY1" fmla="*/ 0 h 1041400"/>
              <a:gd name="connsiteX2" fmla="*/ 2115185 w 2115185"/>
              <a:gd name="connsiteY2" fmla="*/ 0 h 1041400"/>
              <a:gd name="connsiteX3" fmla="*/ 2115185 w 2115185"/>
              <a:gd name="connsiteY3" fmla="*/ 0 h 1041400"/>
              <a:gd name="connsiteX4" fmla="*/ 2115185 w 2115185"/>
              <a:gd name="connsiteY4" fmla="*/ 1041400 h 1041400"/>
              <a:gd name="connsiteX5" fmla="*/ 2029676 w 2115185"/>
              <a:gd name="connsiteY5" fmla="*/ 1038860 h 1041400"/>
              <a:gd name="connsiteX6" fmla="*/ 138475 w 2115185"/>
              <a:gd name="connsiteY6" fmla="*/ 1041400 h 1041400"/>
              <a:gd name="connsiteX7" fmla="*/ 0 w 2115185"/>
              <a:gd name="connsiteY7" fmla="*/ 904240 h 1041400"/>
              <a:gd name="connsiteX8" fmla="*/ 1905 w 2115185"/>
              <a:gd name="connsiteY8" fmla="*/ 0 h 1041400"/>
              <a:gd name="connsiteX0" fmla="*/ 1905 w 2118294"/>
              <a:gd name="connsiteY0" fmla="*/ 0 h 1041400"/>
              <a:gd name="connsiteX1" fmla="*/ 1905 w 2118294"/>
              <a:gd name="connsiteY1" fmla="*/ 0 h 1041400"/>
              <a:gd name="connsiteX2" fmla="*/ 2115185 w 2118294"/>
              <a:gd name="connsiteY2" fmla="*/ 0 h 1041400"/>
              <a:gd name="connsiteX3" fmla="*/ 2115185 w 2118294"/>
              <a:gd name="connsiteY3" fmla="*/ 0 h 1041400"/>
              <a:gd name="connsiteX4" fmla="*/ 2118294 w 2118294"/>
              <a:gd name="connsiteY4" fmla="*/ 906780 h 1041400"/>
              <a:gd name="connsiteX5" fmla="*/ 2029676 w 2118294"/>
              <a:gd name="connsiteY5" fmla="*/ 1038860 h 1041400"/>
              <a:gd name="connsiteX6" fmla="*/ 138475 w 2118294"/>
              <a:gd name="connsiteY6" fmla="*/ 1041400 h 1041400"/>
              <a:gd name="connsiteX7" fmla="*/ 0 w 2118294"/>
              <a:gd name="connsiteY7" fmla="*/ 904240 h 1041400"/>
              <a:gd name="connsiteX8" fmla="*/ 1905 w 2118294"/>
              <a:gd name="connsiteY8" fmla="*/ 0 h 1041400"/>
              <a:gd name="connsiteX0" fmla="*/ 1905 w 2118294"/>
              <a:gd name="connsiteY0" fmla="*/ 0 h 1041400"/>
              <a:gd name="connsiteX1" fmla="*/ 1905 w 2118294"/>
              <a:gd name="connsiteY1" fmla="*/ 0 h 1041400"/>
              <a:gd name="connsiteX2" fmla="*/ 2115185 w 2118294"/>
              <a:gd name="connsiteY2" fmla="*/ 0 h 1041400"/>
              <a:gd name="connsiteX3" fmla="*/ 2115185 w 2118294"/>
              <a:gd name="connsiteY3" fmla="*/ 0 h 1041400"/>
              <a:gd name="connsiteX4" fmla="*/ 2118294 w 2118294"/>
              <a:gd name="connsiteY4" fmla="*/ 906780 h 1041400"/>
              <a:gd name="connsiteX5" fmla="*/ 2006355 w 2118294"/>
              <a:gd name="connsiteY5" fmla="*/ 1038860 h 1041400"/>
              <a:gd name="connsiteX6" fmla="*/ 138475 w 2118294"/>
              <a:gd name="connsiteY6" fmla="*/ 1041400 h 1041400"/>
              <a:gd name="connsiteX7" fmla="*/ 0 w 2118294"/>
              <a:gd name="connsiteY7" fmla="*/ 904240 h 1041400"/>
              <a:gd name="connsiteX8" fmla="*/ 1905 w 2118294"/>
              <a:gd name="connsiteY8" fmla="*/ 0 h 1041400"/>
              <a:gd name="connsiteX0" fmla="*/ 1905 w 2119849"/>
              <a:gd name="connsiteY0" fmla="*/ 0 h 1041400"/>
              <a:gd name="connsiteX1" fmla="*/ 1905 w 2119849"/>
              <a:gd name="connsiteY1" fmla="*/ 0 h 1041400"/>
              <a:gd name="connsiteX2" fmla="*/ 2115185 w 2119849"/>
              <a:gd name="connsiteY2" fmla="*/ 0 h 1041400"/>
              <a:gd name="connsiteX3" fmla="*/ 2115185 w 2119849"/>
              <a:gd name="connsiteY3" fmla="*/ 0 h 1041400"/>
              <a:gd name="connsiteX4" fmla="*/ 2119849 w 2119849"/>
              <a:gd name="connsiteY4" fmla="*/ 886460 h 1041400"/>
              <a:gd name="connsiteX5" fmla="*/ 2006355 w 2119849"/>
              <a:gd name="connsiteY5" fmla="*/ 1038860 h 1041400"/>
              <a:gd name="connsiteX6" fmla="*/ 138475 w 2119849"/>
              <a:gd name="connsiteY6" fmla="*/ 1041400 h 1041400"/>
              <a:gd name="connsiteX7" fmla="*/ 0 w 2119849"/>
              <a:gd name="connsiteY7" fmla="*/ 904240 h 1041400"/>
              <a:gd name="connsiteX8" fmla="*/ 1905 w 2119849"/>
              <a:gd name="connsiteY8" fmla="*/ 0 h 1041400"/>
              <a:gd name="connsiteX0" fmla="*/ 1905 w 2119849"/>
              <a:gd name="connsiteY0" fmla="*/ 0 h 1041400"/>
              <a:gd name="connsiteX1" fmla="*/ 1905 w 2119849"/>
              <a:gd name="connsiteY1" fmla="*/ 0 h 1041400"/>
              <a:gd name="connsiteX2" fmla="*/ 2115185 w 2119849"/>
              <a:gd name="connsiteY2" fmla="*/ 0 h 1041400"/>
              <a:gd name="connsiteX3" fmla="*/ 2115185 w 2119849"/>
              <a:gd name="connsiteY3" fmla="*/ 0 h 1041400"/>
              <a:gd name="connsiteX4" fmla="*/ 2119849 w 2119849"/>
              <a:gd name="connsiteY4" fmla="*/ 906780 h 1041400"/>
              <a:gd name="connsiteX5" fmla="*/ 2006355 w 2119849"/>
              <a:gd name="connsiteY5" fmla="*/ 1038860 h 1041400"/>
              <a:gd name="connsiteX6" fmla="*/ 138475 w 2119849"/>
              <a:gd name="connsiteY6" fmla="*/ 1041400 h 1041400"/>
              <a:gd name="connsiteX7" fmla="*/ 0 w 2119849"/>
              <a:gd name="connsiteY7" fmla="*/ 904240 h 1041400"/>
              <a:gd name="connsiteX8" fmla="*/ 1905 w 2119849"/>
              <a:gd name="connsiteY8" fmla="*/ 0 h 1041400"/>
              <a:gd name="connsiteX0" fmla="*/ 1905 w 2119849"/>
              <a:gd name="connsiteY0" fmla="*/ 0 h 1041400"/>
              <a:gd name="connsiteX1" fmla="*/ 1905 w 2119849"/>
              <a:gd name="connsiteY1" fmla="*/ 0 h 1041400"/>
              <a:gd name="connsiteX2" fmla="*/ 2115185 w 2119849"/>
              <a:gd name="connsiteY2" fmla="*/ 0 h 1041400"/>
              <a:gd name="connsiteX3" fmla="*/ 2115185 w 2119849"/>
              <a:gd name="connsiteY3" fmla="*/ 0 h 1041400"/>
              <a:gd name="connsiteX4" fmla="*/ 2119849 w 2119849"/>
              <a:gd name="connsiteY4" fmla="*/ 906780 h 1041400"/>
              <a:gd name="connsiteX5" fmla="*/ 1987699 w 2119849"/>
              <a:gd name="connsiteY5" fmla="*/ 1038860 h 1041400"/>
              <a:gd name="connsiteX6" fmla="*/ 138475 w 2119849"/>
              <a:gd name="connsiteY6" fmla="*/ 1041400 h 1041400"/>
              <a:gd name="connsiteX7" fmla="*/ 0 w 2119849"/>
              <a:gd name="connsiteY7" fmla="*/ 904240 h 1041400"/>
              <a:gd name="connsiteX8" fmla="*/ 1905 w 2119849"/>
              <a:gd name="connsiteY8" fmla="*/ 0 h 1041400"/>
              <a:gd name="connsiteX0" fmla="*/ 1905 w 2119849"/>
              <a:gd name="connsiteY0" fmla="*/ 0 h 1041400"/>
              <a:gd name="connsiteX1" fmla="*/ 1905 w 2119849"/>
              <a:gd name="connsiteY1" fmla="*/ 0 h 1041400"/>
              <a:gd name="connsiteX2" fmla="*/ 2115185 w 2119849"/>
              <a:gd name="connsiteY2" fmla="*/ 0 h 1041400"/>
              <a:gd name="connsiteX3" fmla="*/ 2115185 w 2119849"/>
              <a:gd name="connsiteY3" fmla="*/ 0 h 1041400"/>
              <a:gd name="connsiteX4" fmla="*/ 2119849 w 2119849"/>
              <a:gd name="connsiteY4" fmla="*/ 906780 h 1041400"/>
              <a:gd name="connsiteX5" fmla="*/ 1987699 w 2119849"/>
              <a:gd name="connsiteY5" fmla="*/ 1038860 h 1041400"/>
              <a:gd name="connsiteX6" fmla="*/ 138475 w 2119849"/>
              <a:gd name="connsiteY6" fmla="*/ 1041400 h 1041400"/>
              <a:gd name="connsiteX7" fmla="*/ 0 w 2119849"/>
              <a:gd name="connsiteY7" fmla="*/ 969867 h 1041400"/>
              <a:gd name="connsiteX8" fmla="*/ 1905 w 2119849"/>
              <a:gd name="connsiteY8" fmla="*/ 0 h 1041400"/>
              <a:gd name="connsiteX0" fmla="*/ 1905 w 2119849"/>
              <a:gd name="connsiteY0" fmla="*/ 0 h 1041400"/>
              <a:gd name="connsiteX1" fmla="*/ 1905 w 2119849"/>
              <a:gd name="connsiteY1" fmla="*/ 0 h 1041400"/>
              <a:gd name="connsiteX2" fmla="*/ 2115185 w 2119849"/>
              <a:gd name="connsiteY2" fmla="*/ 0 h 1041400"/>
              <a:gd name="connsiteX3" fmla="*/ 2115185 w 2119849"/>
              <a:gd name="connsiteY3" fmla="*/ 0 h 1041400"/>
              <a:gd name="connsiteX4" fmla="*/ 2119849 w 2119849"/>
              <a:gd name="connsiteY4" fmla="*/ 963355 h 1041400"/>
              <a:gd name="connsiteX5" fmla="*/ 1987699 w 2119849"/>
              <a:gd name="connsiteY5" fmla="*/ 1038860 h 1041400"/>
              <a:gd name="connsiteX6" fmla="*/ 138475 w 2119849"/>
              <a:gd name="connsiteY6" fmla="*/ 1041400 h 1041400"/>
              <a:gd name="connsiteX7" fmla="*/ 0 w 2119849"/>
              <a:gd name="connsiteY7" fmla="*/ 969867 h 1041400"/>
              <a:gd name="connsiteX8" fmla="*/ 1905 w 2119849"/>
              <a:gd name="connsiteY8" fmla="*/ 0 h 1041400"/>
              <a:gd name="connsiteX0" fmla="*/ 1905 w 2119849"/>
              <a:gd name="connsiteY0" fmla="*/ 0 h 1041400"/>
              <a:gd name="connsiteX1" fmla="*/ 1905 w 2119849"/>
              <a:gd name="connsiteY1" fmla="*/ 0 h 1041400"/>
              <a:gd name="connsiteX2" fmla="*/ 2115185 w 2119849"/>
              <a:gd name="connsiteY2" fmla="*/ 0 h 1041400"/>
              <a:gd name="connsiteX3" fmla="*/ 2115185 w 2119849"/>
              <a:gd name="connsiteY3" fmla="*/ 0 h 1041400"/>
              <a:gd name="connsiteX4" fmla="*/ 2119849 w 2119849"/>
              <a:gd name="connsiteY4" fmla="*/ 970144 h 1041400"/>
              <a:gd name="connsiteX5" fmla="*/ 1987699 w 2119849"/>
              <a:gd name="connsiteY5" fmla="*/ 1038860 h 1041400"/>
              <a:gd name="connsiteX6" fmla="*/ 138475 w 2119849"/>
              <a:gd name="connsiteY6" fmla="*/ 1041400 h 1041400"/>
              <a:gd name="connsiteX7" fmla="*/ 0 w 2119849"/>
              <a:gd name="connsiteY7" fmla="*/ 969867 h 1041400"/>
              <a:gd name="connsiteX8" fmla="*/ 1905 w 2119849"/>
              <a:gd name="connsiteY8" fmla="*/ 0 h 1041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9849" h="1041400">
                <a:moveTo>
                  <a:pt x="1905" y="0"/>
                </a:moveTo>
                <a:lnTo>
                  <a:pt x="1905" y="0"/>
                </a:lnTo>
                <a:lnTo>
                  <a:pt x="2115185" y="0"/>
                </a:lnTo>
                <a:lnTo>
                  <a:pt x="2115185" y="0"/>
                </a:lnTo>
                <a:cubicBezTo>
                  <a:pt x="2116221" y="302260"/>
                  <a:pt x="2118813" y="667884"/>
                  <a:pt x="2119849" y="970144"/>
                </a:cubicBezTo>
                <a:lnTo>
                  <a:pt x="1987699" y="1038860"/>
                </a:lnTo>
                <a:lnTo>
                  <a:pt x="138475" y="1041400"/>
                </a:lnTo>
                <a:lnTo>
                  <a:pt x="0" y="969867"/>
                </a:lnTo>
                <a:lnTo>
                  <a:pt x="1905" y="0"/>
                </a:lnTo>
                <a:close/>
              </a:path>
            </a:pathLst>
          </a:custGeom>
          <a:solidFill>
            <a:srgbClr val="FFB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30A14C8-8777-AA5B-42D5-FE7F0E8AB9CC}"/>
              </a:ext>
            </a:extLst>
          </p:cNvPr>
          <p:cNvSpPr/>
          <p:nvPr/>
        </p:nvSpPr>
        <p:spPr>
          <a:xfrm>
            <a:off x="4615180" y="965463"/>
            <a:ext cx="2957820" cy="792480"/>
          </a:xfrm>
          <a:prstGeom prst="roundRect">
            <a:avLst>
              <a:gd name="adj" fmla="val 820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B3F7A4-AC97-45CE-A838-AC87C2032EC9}"/>
              </a:ext>
            </a:extLst>
          </p:cNvPr>
          <p:cNvSpPr txBox="1"/>
          <p:nvPr/>
        </p:nvSpPr>
        <p:spPr>
          <a:xfrm>
            <a:off x="5655508" y="117703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已完成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: Rounded Corners 19">
            <a:extLst>
              <a:ext uri="{FF2B5EF4-FFF2-40B4-BE49-F238E27FC236}">
                <a16:creationId xmlns:a16="http://schemas.microsoft.com/office/drawing/2014/main" id="{ABA810B6-5E66-252E-4121-579F378F3318}"/>
              </a:ext>
            </a:extLst>
          </p:cNvPr>
          <p:cNvSpPr/>
          <p:nvPr/>
        </p:nvSpPr>
        <p:spPr>
          <a:xfrm rot="10800000">
            <a:off x="4366403" y="254479"/>
            <a:ext cx="3455661" cy="417641"/>
          </a:xfrm>
          <a:custGeom>
            <a:avLst/>
            <a:gdLst>
              <a:gd name="connsiteX0" fmla="*/ 0 w 3459193"/>
              <a:gd name="connsiteY0" fmla="*/ 76268 h 416694"/>
              <a:gd name="connsiteX1" fmla="*/ 76268 w 3459193"/>
              <a:gd name="connsiteY1" fmla="*/ 0 h 416694"/>
              <a:gd name="connsiteX2" fmla="*/ 3382925 w 3459193"/>
              <a:gd name="connsiteY2" fmla="*/ 0 h 416694"/>
              <a:gd name="connsiteX3" fmla="*/ 3459193 w 3459193"/>
              <a:gd name="connsiteY3" fmla="*/ 76268 h 416694"/>
              <a:gd name="connsiteX4" fmla="*/ 3459193 w 3459193"/>
              <a:gd name="connsiteY4" fmla="*/ 340426 h 416694"/>
              <a:gd name="connsiteX5" fmla="*/ 3382925 w 3459193"/>
              <a:gd name="connsiteY5" fmla="*/ 416694 h 416694"/>
              <a:gd name="connsiteX6" fmla="*/ 76268 w 3459193"/>
              <a:gd name="connsiteY6" fmla="*/ 416694 h 416694"/>
              <a:gd name="connsiteX7" fmla="*/ 0 w 3459193"/>
              <a:gd name="connsiteY7" fmla="*/ 340426 h 416694"/>
              <a:gd name="connsiteX8" fmla="*/ 0 w 3459193"/>
              <a:gd name="connsiteY8" fmla="*/ 76268 h 416694"/>
              <a:gd name="connsiteX0" fmla="*/ 98 w 3459291"/>
              <a:gd name="connsiteY0" fmla="*/ 76268 h 416694"/>
              <a:gd name="connsiteX1" fmla="*/ 38266 w 3459291"/>
              <a:gd name="connsiteY1" fmla="*/ 0 h 416694"/>
              <a:gd name="connsiteX2" fmla="*/ 3383023 w 3459291"/>
              <a:gd name="connsiteY2" fmla="*/ 0 h 416694"/>
              <a:gd name="connsiteX3" fmla="*/ 3459291 w 3459291"/>
              <a:gd name="connsiteY3" fmla="*/ 76268 h 416694"/>
              <a:gd name="connsiteX4" fmla="*/ 3459291 w 3459291"/>
              <a:gd name="connsiteY4" fmla="*/ 340426 h 416694"/>
              <a:gd name="connsiteX5" fmla="*/ 3383023 w 3459291"/>
              <a:gd name="connsiteY5" fmla="*/ 416694 h 416694"/>
              <a:gd name="connsiteX6" fmla="*/ 76366 w 3459291"/>
              <a:gd name="connsiteY6" fmla="*/ 416694 h 416694"/>
              <a:gd name="connsiteX7" fmla="*/ 98 w 3459291"/>
              <a:gd name="connsiteY7" fmla="*/ 340426 h 416694"/>
              <a:gd name="connsiteX8" fmla="*/ 98 w 3459291"/>
              <a:gd name="connsiteY8" fmla="*/ 76268 h 416694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382925 w 3459193"/>
              <a:gd name="connsiteY2" fmla="*/ 2272 h 418966"/>
              <a:gd name="connsiteX3" fmla="*/ 3459193 w 3459193"/>
              <a:gd name="connsiteY3" fmla="*/ 785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470"/>
              <a:gd name="connsiteY0" fmla="*/ 30280 h 418966"/>
              <a:gd name="connsiteX1" fmla="*/ 38168 w 3459470"/>
              <a:gd name="connsiteY1" fmla="*/ 2272 h 418966"/>
              <a:gd name="connsiteX2" fmla="*/ 3422930 w 3459470"/>
              <a:gd name="connsiteY2" fmla="*/ 367 h 418966"/>
              <a:gd name="connsiteX3" fmla="*/ 3459193 w 3459470"/>
              <a:gd name="connsiteY3" fmla="*/ 78540 h 418966"/>
              <a:gd name="connsiteX4" fmla="*/ 3459193 w 3459470"/>
              <a:gd name="connsiteY4" fmla="*/ 342698 h 418966"/>
              <a:gd name="connsiteX5" fmla="*/ 3382925 w 3459470"/>
              <a:gd name="connsiteY5" fmla="*/ 418966 h 418966"/>
              <a:gd name="connsiteX6" fmla="*/ 76268 w 3459470"/>
              <a:gd name="connsiteY6" fmla="*/ 418966 h 418966"/>
              <a:gd name="connsiteX7" fmla="*/ 0 w 3459470"/>
              <a:gd name="connsiteY7" fmla="*/ 342698 h 418966"/>
              <a:gd name="connsiteX8" fmla="*/ 2540 w 3459470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01010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301010 w 3461098"/>
              <a:gd name="connsiteY5" fmla="*/ 418966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25529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20778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9194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342698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163946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162040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0363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9252"/>
              <a:gd name="connsiteX1" fmla="*/ 36262 w 3457565"/>
              <a:gd name="connsiteY1" fmla="*/ 2272 h 419252"/>
              <a:gd name="connsiteX2" fmla="*/ 3421024 w 3457565"/>
              <a:gd name="connsiteY2" fmla="*/ 367 h 419252"/>
              <a:gd name="connsiteX3" fmla="*/ 3457288 w 3457565"/>
              <a:gd name="connsiteY3" fmla="*/ 40440 h 419252"/>
              <a:gd name="connsiteX4" fmla="*/ 3457286 w 3457565"/>
              <a:gd name="connsiteY4" fmla="*/ 196013 h 419252"/>
              <a:gd name="connsiteX5" fmla="*/ 3192424 w 3457565"/>
              <a:gd name="connsiteY5" fmla="*/ 417061 h 419252"/>
              <a:gd name="connsiteX6" fmla="*/ 242094 w 3457565"/>
              <a:gd name="connsiteY6" fmla="*/ 418966 h 419252"/>
              <a:gd name="connsiteX7" fmla="*/ 0 w 3457565"/>
              <a:gd name="connsiteY7" fmla="*/ 192202 h 419252"/>
              <a:gd name="connsiteX8" fmla="*/ 634 w 3457565"/>
              <a:gd name="connsiteY8" fmla="*/ 30280 h 419252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374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3740 h 417643"/>
              <a:gd name="connsiteX0" fmla="*/ 634 w 3457565"/>
              <a:gd name="connsiteY0" fmla="*/ 3755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7550 h 417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57565" h="417643">
                <a:moveTo>
                  <a:pt x="634" y="37550"/>
                </a:moveTo>
                <a:cubicBezTo>
                  <a:pt x="634" y="-4572"/>
                  <a:pt x="-5860" y="1922"/>
                  <a:pt x="36262" y="1922"/>
                </a:cubicBezTo>
                <a:lnTo>
                  <a:pt x="3421024" y="17"/>
                </a:lnTo>
                <a:cubicBezTo>
                  <a:pt x="3463146" y="17"/>
                  <a:pt x="3457288" y="-2032"/>
                  <a:pt x="3457288" y="40090"/>
                </a:cubicBezTo>
                <a:cubicBezTo>
                  <a:pt x="3457923" y="91948"/>
                  <a:pt x="3456651" y="143805"/>
                  <a:pt x="3457286" y="195663"/>
                </a:cubicBezTo>
                <a:cubicBezTo>
                  <a:pt x="3438236" y="363515"/>
                  <a:pt x="3278361" y="426236"/>
                  <a:pt x="3192424" y="416711"/>
                </a:cubicBezTo>
                <a:lnTo>
                  <a:pt x="264967" y="416711"/>
                </a:lnTo>
                <a:cubicBezTo>
                  <a:pt x="163757" y="426236"/>
                  <a:pt x="9530" y="344465"/>
                  <a:pt x="0" y="191852"/>
                </a:cubicBezTo>
                <a:cubicBezTo>
                  <a:pt x="847" y="87713"/>
                  <a:pt x="-213" y="141689"/>
                  <a:pt x="634" y="375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3BA0B4-51E1-7BE5-3876-F2CF2546FECA}"/>
              </a:ext>
            </a:extLst>
          </p:cNvPr>
          <p:cNvSpPr txBox="1"/>
          <p:nvPr/>
        </p:nvSpPr>
        <p:spPr>
          <a:xfrm>
            <a:off x="5644594" y="313407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订单详情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EA77003-6BD5-A53F-2976-ADF62670D913}"/>
              </a:ext>
            </a:extLst>
          </p:cNvPr>
          <p:cNvSpPr/>
          <p:nvPr/>
        </p:nvSpPr>
        <p:spPr>
          <a:xfrm>
            <a:off x="7120108" y="342725"/>
            <a:ext cx="618621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EE3C021-DF7B-B3FB-38E0-0AA7546DA59D}"/>
              </a:ext>
            </a:extLst>
          </p:cNvPr>
          <p:cNvCxnSpPr>
            <a:cxnSpLocks/>
          </p:cNvCxnSpPr>
          <p:nvPr/>
        </p:nvCxnSpPr>
        <p:spPr>
          <a:xfrm>
            <a:off x="7429355" y="383726"/>
            <a:ext cx="63" cy="16047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6C1C5010-6852-63B3-5FC0-0CA6645A1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543" y="393486"/>
            <a:ext cx="131536" cy="131536"/>
          </a:xfrm>
          <a:prstGeom prst="rect">
            <a:avLst/>
          </a:prstGeom>
        </p:spPr>
      </p:pic>
      <p:pic>
        <p:nvPicPr>
          <p:cNvPr id="9" name="Picture 8" descr="A row of dots on a black background&#10;&#10;AI-generated content may be incorrect.">
            <a:extLst>
              <a:ext uri="{FF2B5EF4-FFF2-40B4-BE49-F238E27FC236}">
                <a16:creationId xmlns:a16="http://schemas.microsoft.com/office/drawing/2014/main" id="{E1319FC7-CA71-140F-D74B-B542623EFA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4317" y="390331"/>
            <a:ext cx="146304" cy="1463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D4F036C-6D63-127B-7BD3-6185D3A0400E}"/>
              </a:ext>
            </a:extLst>
          </p:cNvPr>
          <p:cNvSpPr txBox="1"/>
          <p:nvPr/>
        </p:nvSpPr>
        <p:spPr>
          <a:xfrm>
            <a:off x="4445714" y="313407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6182FB-BF25-F313-0E22-47458C543348}"/>
              </a:ext>
            </a:extLst>
          </p:cNvPr>
          <p:cNvSpPr txBox="1"/>
          <p:nvPr/>
        </p:nvSpPr>
        <p:spPr>
          <a:xfrm>
            <a:off x="4573648" y="1971341"/>
            <a:ext cx="7493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b="1" dirty="0">
                <a:latin typeface="Aptos Narrow" panose="020B0004020202020204" pitchFamily="34" charset="0"/>
                <a:cs typeface="Arial" panose="020B0604020202020204" pitchFamily="34" charset="0"/>
              </a:rPr>
              <a:t>消费信息</a:t>
            </a:r>
            <a:endParaRPr lang="en-US" sz="105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0DD1161-C530-18F6-8E84-1169EBE7D6B8}"/>
              </a:ext>
            </a:extLst>
          </p:cNvPr>
          <p:cNvCxnSpPr>
            <a:cxnSpLocks/>
          </p:cNvCxnSpPr>
          <p:nvPr/>
        </p:nvCxnSpPr>
        <p:spPr>
          <a:xfrm>
            <a:off x="4620824" y="2275332"/>
            <a:ext cx="295217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C4C1187-61E1-2A18-9F2A-3DE0AC312F8F}"/>
              </a:ext>
            </a:extLst>
          </p:cNvPr>
          <p:cNvSpPr txBox="1"/>
          <p:nvPr/>
        </p:nvSpPr>
        <p:spPr>
          <a:xfrm>
            <a:off x="5020565" y="2379342"/>
            <a:ext cx="78892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>
                <a:latin typeface="Aptos Narrow" panose="020B0004020202020204" pitchFamily="34" charset="0"/>
                <a:cs typeface="Arial" panose="020B0604020202020204" pitchFamily="34" charset="0"/>
              </a:rPr>
              <a:t>示例服务</a:t>
            </a:r>
            <a:endParaRPr lang="en-US" sz="1050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4D3CB2F-41B0-27BA-A506-74E69A813982}"/>
              </a:ext>
            </a:extLst>
          </p:cNvPr>
          <p:cNvGrpSpPr/>
          <p:nvPr/>
        </p:nvGrpSpPr>
        <p:grpSpPr>
          <a:xfrm>
            <a:off x="4657852" y="2414152"/>
            <a:ext cx="350520" cy="350520"/>
            <a:chOff x="4630135" y="1654408"/>
            <a:chExt cx="350520" cy="35052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D263FE2-7B57-F613-853D-985D0A0D83E7}"/>
                </a:ext>
              </a:extLst>
            </p:cNvPr>
            <p:cNvSpPr/>
            <p:nvPr/>
          </p:nvSpPr>
          <p:spPr>
            <a:xfrm>
              <a:off x="4630135" y="1654408"/>
              <a:ext cx="350520" cy="3505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229AF667-5ACB-4BF5-69C2-D47013E66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64089" y="1692508"/>
              <a:ext cx="274320" cy="274320"/>
            </a:xfrm>
            <a:prstGeom prst="rect">
              <a:avLst/>
            </a:prstGeom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D70E6036-1214-DF2C-F86F-BBB928B07475}"/>
              </a:ext>
            </a:extLst>
          </p:cNvPr>
          <p:cNvSpPr txBox="1"/>
          <p:nvPr/>
        </p:nvSpPr>
        <p:spPr>
          <a:xfrm>
            <a:off x="6989904" y="2385224"/>
            <a:ext cx="6882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latin typeface="Aptos Narrow" panose="020B0004020202020204" pitchFamily="34" charset="0"/>
                <a:cs typeface="Arial" panose="020B0604020202020204" pitchFamily="34" charset="0"/>
              </a:rPr>
              <a:t>14.00 </a:t>
            </a:r>
            <a:r>
              <a:rPr lang="zh-CN" altLang="en-US" sz="1050" dirty="0">
                <a:latin typeface="Aptos Narrow" panose="020B0004020202020204" pitchFamily="34" charset="0"/>
                <a:cs typeface="Arial" panose="020B0604020202020204" pitchFamily="34" charset="0"/>
              </a:rPr>
              <a:t>元</a:t>
            </a:r>
            <a:endParaRPr lang="en-US" sz="1050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F55866-C0C9-8CC5-CBAB-B5E7AE38D4EA}"/>
              </a:ext>
            </a:extLst>
          </p:cNvPr>
          <p:cNvSpPr txBox="1"/>
          <p:nvPr/>
        </p:nvSpPr>
        <p:spPr>
          <a:xfrm>
            <a:off x="4583861" y="2912725"/>
            <a:ext cx="4539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b="1" dirty="0">
                <a:solidFill>
                  <a:schemeClr val="bg1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数量</a:t>
            </a:r>
            <a:endParaRPr lang="en-US" sz="1050" b="1" dirty="0">
              <a:solidFill>
                <a:schemeClr val="bg1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710EF11-6DF8-3401-CD33-9E623C30A49C}"/>
              </a:ext>
            </a:extLst>
          </p:cNvPr>
          <p:cNvSpPr txBox="1"/>
          <p:nvPr/>
        </p:nvSpPr>
        <p:spPr>
          <a:xfrm>
            <a:off x="4583861" y="3277429"/>
            <a:ext cx="4539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b="1" dirty="0">
                <a:solidFill>
                  <a:schemeClr val="bg1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小计</a:t>
            </a:r>
            <a:endParaRPr lang="en-US" sz="1050" b="1" dirty="0">
              <a:solidFill>
                <a:schemeClr val="bg1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8953388-779C-9BBF-B2EA-A2448CC3B1F3}"/>
              </a:ext>
            </a:extLst>
          </p:cNvPr>
          <p:cNvSpPr txBox="1"/>
          <p:nvPr/>
        </p:nvSpPr>
        <p:spPr>
          <a:xfrm>
            <a:off x="4571692" y="3639196"/>
            <a:ext cx="72327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b="1" dirty="0">
                <a:solidFill>
                  <a:schemeClr val="bg1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商品总额</a:t>
            </a:r>
            <a:endParaRPr lang="en-US" sz="1050" b="1" dirty="0">
              <a:solidFill>
                <a:schemeClr val="bg1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3C88F13-8827-6C02-7C8D-C8A9C6B2382A}"/>
              </a:ext>
            </a:extLst>
          </p:cNvPr>
          <p:cNvSpPr txBox="1"/>
          <p:nvPr/>
        </p:nvSpPr>
        <p:spPr>
          <a:xfrm>
            <a:off x="6939467" y="2912725"/>
            <a:ext cx="6882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50" dirty="0">
                <a:latin typeface="Aptos Narrow" panose="020B0004020202020204" pitchFamily="34" charset="0"/>
                <a:cs typeface="Arial" panose="020B0604020202020204" pitchFamily="34" charset="0"/>
              </a:rPr>
              <a:t>x1</a:t>
            </a:r>
            <a:endParaRPr lang="en-US" sz="1050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99FBD2-5CE9-C9D7-D0FC-113870E1DCEE}"/>
              </a:ext>
            </a:extLst>
          </p:cNvPr>
          <p:cNvSpPr txBox="1"/>
          <p:nvPr/>
        </p:nvSpPr>
        <p:spPr>
          <a:xfrm>
            <a:off x="6988235" y="3276532"/>
            <a:ext cx="6882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latin typeface="Aptos Narrow" panose="020B0004020202020204" pitchFamily="34" charset="0"/>
                <a:cs typeface="Arial" panose="020B0604020202020204" pitchFamily="34" charset="0"/>
              </a:rPr>
              <a:t>14.00 </a:t>
            </a:r>
            <a:r>
              <a:rPr lang="zh-CN" altLang="en-US" sz="1050" dirty="0">
                <a:latin typeface="Aptos Narrow" panose="020B0004020202020204" pitchFamily="34" charset="0"/>
                <a:cs typeface="Arial" panose="020B0604020202020204" pitchFamily="34" charset="0"/>
              </a:rPr>
              <a:t>元</a:t>
            </a:r>
            <a:endParaRPr lang="en-US" sz="1050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3D32C7-C7A7-B116-617B-71D3D290A0DF}"/>
              </a:ext>
            </a:extLst>
          </p:cNvPr>
          <p:cNvSpPr txBox="1"/>
          <p:nvPr/>
        </p:nvSpPr>
        <p:spPr>
          <a:xfrm>
            <a:off x="6983803" y="3639196"/>
            <a:ext cx="6882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latin typeface="Aptos Narrow" panose="020B0004020202020204" pitchFamily="34" charset="0"/>
                <a:cs typeface="Arial" panose="020B0604020202020204" pitchFamily="34" charset="0"/>
              </a:rPr>
              <a:t>14.00 </a:t>
            </a:r>
            <a:r>
              <a:rPr lang="zh-CN" altLang="en-US" sz="1050" dirty="0">
                <a:latin typeface="Aptos Narrow" panose="020B0004020202020204" pitchFamily="34" charset="0"/>
                <a:cs typeface="Arial" panose="020B0604020202020204" pitchFamily="34" charset="0"/>
              </a:rPr>
              <a:t>元</a:t>
            </a:r>
            <a:endParaRPr lang="en-US" sz="1050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43C35ED-F0A3-A2C0-E822-DE8C522E27B5}"/>
              </a:ext>
            </a:extLst>
          </p:cNvPr>
          <p:cNvCxnSpPr>
            <a:cxnSpLocks/>
          </p:cNvCxnSpPr>
          <p:nvPr/>
        </p:nvCxnSpPr>
        <p:spPr>
          <a:xfrm>
            <a:off x="4615180" y="3988686"/>
            <a:ext cx="295217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8453FC6-FC9E-A179-5544-1CC9BDC9133C}"/>
              </a:ext>
            </a:extLst>
          </p:cNvPr>
          <p:cNvSpPr txBox="1"/>
          <p:nvPr/>
        </p:nvSpPr>
        <p:spPr>
          <a:xfrm>
            <a:off x="4585817" y="4103136"/>
            <a:ext cx="4539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b="1" dirty="0">
                <a:solidFill>
                  <a:schemeClr val="bg1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合计</a:t>
            </a:r>
            <a:endParaRPr lang="en-US" sz="1050" b="1" dirty="0">
              <a:solidFill>
                <a:schemeClr val="bg1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177E94F-FC7E-2C91-2D65-06A39B545B0A}"/>
              </a:ext>
            </a:extLst>
          </p:cNvPr>
          <p:cNvSpPr txBox="1"/>
          <p:nvPr/>
        </p:nvSpPr>
        <p:spPr>
          <a:xfrm>
            <a:off x="4585817" y="4467840"/>
            <a:ext cx="136928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b="1" dirty="0">
                <a:solidFill>
                  <a:schemeClr val="bg1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实际支付 </a:t>
            </a:r>
            <a:r>
              <a:rPr lang="en-US" altLang="zh-CN" sz="1050" b="1" dirty="0">
                <a:solidFill>
                  <a:schemeClr val="bg1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(</a:t>
            </a:r>
            <a:r>
              <a:rPr lang="zh-CN" altLang="en-US" sz="1050" b="1" dirty="0">
                <a:solidFill>
                  <a:schemeClr val="bg1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线上支付</a:t>
            </a:r>
            <a:r>
              <a:rPr lang="en-US" altLang="zh-CN" sz="1050" b="1" dirty="0">
                <a:solidFill>
                  <a:schemeClr val="bg1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)</a:t>
            </a:r>
            <a:endParaRPr lang="en-US" sz="1050" b="1" dirty="0">
              <a:solidFill>
                <a:schemeClr val="bg1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41426FB-8514-E831-60BF-59EA208A07BA}"/>
              </a:ext>
            </a:extLst>
          </p:cNvPr>
          <p:cNvSpPr txBox="1"/>
          <p:nvPr/>
        </p:nvSpPr>
        <p:spPr>
          <a:xfrm>
            <a:off x="4573648" y="4829607"/>
            <a:ext cx="72327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b="1" dirty="0">
                <a:solidFill>
                  <a:schemeClr val="bg1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收款时间</a:t>
            </a:r>
            <a:endParaRPr lang="en-US" sz="1050" b="1" dirty="0">
              <a:solidFill>
                <a:schemeClr val="bg1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99DCD29-CCBA-C009-0815-205959647EDA}"/>
              </a:ext>
            </a:extLst>
          </p:cNvPr>
          <p:cNvSpPr txBox="1"/>
          <p:nvPr/>
        </p:nvSpPr>
        <p:spPr>
          <a:xfrm>
            <a:off x="6936669" y="4103136"/>
            <a:ext cx="6882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latin typeface="Aptos Narrow" panose="020B0004020202020204" pitchFamily="34" charset="0"/>
                <a:cs typeface="Arial" panose="020B0604020202020204" pitchFamily="34" charset="0"/>
              </a:rPr>
              <a:t>14.00 </a:t>
            </a:r>
            <a:r>
              <a:rPr lang="zh-CN" altLang="en-US" sz="1050" dirty="0">
                <a:latin typeface="Aptos Narrow" panose="020B0004020202020204" pitchFamily="34" charset="0"/>
                <a:cs typeface="Arial" panose="020B0604020202020204" pitchFamily="34" charset="0"/>
              </a:rPr>
              <a:t>元</a:t>
            </a:r>
            <a:endParaRPr lang="en-US" sz="1050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8C5788-08A6-91C7-95E0-9C5CC13996B5}"/>
              </a:ext>
            </a:extLst>
          </p:cNvPr>
          <p:cNvSpPr txBox="1"/>
          <p:nvPr/>
        </p:nvSpPr>
        <p:spPr>
          <a:xfrm>
            <a:off x="6936669" y="4471501"/>
            <a:ext cx="6882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rgbClr val="EAD010"/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14.00 </a:t>
            </a:r>
            <a:r>
              <a:rPr lang="zh-CN" altLang="en-US" sz="1050" dirty="0">
                <a:solidFill>
                  <a:srgbClr val="EAD010"/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元</a:t>
            </a:r>
            <a:endParaRPr lang="en-US" sz="1050" dirty="0">
              <a:solidFill>
                <a:srgbClr val="EAD010"/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3170B43-726A-9899-1924-399E27889322}"/>
              </a:ext>
            </a:extLst>
          </p:cNvPr>
          <p:cNvSpPr txBox="1"/>
          <p:nvPr/>
        </p:nvSpPr>
        <p:spPr>
          <a:xfrm>
            <a:off x="6412994" y="4829607"/>
            <a:ext cx="121195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latin typeface="Aptos Narrow" panose="020B0004020202020204" pitchFamily="34" charset="0"/>
                <a:cs typeface="Arial" panose="020B0604020202020204" pitchFamily="34" charset="0"/>
              </a:rPr>
              <a:t>2022.03.22  10:01</a:t>
            </a:r>
            <a:endParaRPr lang="en-US" sz="1050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DA0D77A5-3BE4-D864-F8D9-C75DA1E6529C}"/>
              </a:ext>
            </a:extLst>
          </p:cNvPr>
          <p:cNvSpPr/>
          <p:nvPr/>
        </p:nvSpPr>
        <p:spPr>
          <a:xfrm>
            <a:off x="4527169" y="5433055"/>
            <a:ext cx="3125901" cy="1170812"/>
          </a:xfrm>
          <a:custGeom>
            <a:avLst/>
            <a:gdLst>
              <a:gd name="connsiteX0" fmla="*/ 0 w 3123117"/>
              <a:gd name="connsiteY0" fmla="*/ 41181 h 1167926"/>
              <a:gd name="connsiteX1" fmla="*/ 41181 w 3123117"/>
              <a:gd name="connsiteY1" fmla="*/ 0 h 1167926"/>
              <a:gd name="connsiteX2" fmla="*/ 3081936 w 3123117"/>
              <a:gd name="connsiteY2" fmla="*/ 0 h 1167926"/>
              <a:gd name="connsiteX3" fmla="*/ 3123117 w 3123117"/>
              <a:gd name="connsiteY3" fmla="*/ 41181 h 1167926"/>
              <a:gd name="connsiteX4" fmla="*/ 3123117 w 3123117"/>
              <a:gd name="connsiteY4" fmla="*/ 1126745 h 1167926"/>
              <a:gd name="connsiteX5" fmla="*/ 3081936 w 3123117"/>
              <a:gd name="connsiteY5" fmla="*/ 1167926 h 1167926"/>
              <a:gd name="connsiteX6" fmla="*/ 41181 w 3123117"/>
              <a:gd name="connsiteY6" fmla="*/ 1167926 h 1167926"/>
              <a:gd name="connsiteX7" fmla="*/ 0 w 3123117"/>
              <a:gd name="connsiteY7" fmla="*/ 1126745 h 1167926"/>
              <a:gd name="connsiteX8" fmla="*/ 0 w 3123117"/>
              <a:gd name="connsiteY8" fmla="*/ 41181 h 1167926"/>
              <a:gd name="connsiteX0" fmla="*/ 0 w 3123117"/>
              <a:gd name="connsiteY0" fmla="*/ 41181 h 1168272"/>
              <a:gd name="connsiteX1" fmla="*/ 41181 w 3123117"/>
              <a:gd name="connsiteY1" fmla="*/ 0 h 1168272"/>
              <a:gd name="connsiteX2" fmla="*/ 3081936 w 3123117"/>
              <a:gd name="connsiteY2" fmla="*/ 0 h 1168272"/>
              <a:gd name="connsiteX3" fmla="*/ 3123117 w 3123117"/>
              <a:gd name="connsiteY3" fmla="*/ 41181 h 1168272"/>
              <a:gd name="connsiteX4" fmla="*/ 3123117 w 3123117"/>
              <a:gd name="connsiteY4" fmla="*/ 1126745 h 1168272"/>
              <a:gd name="connsiteX5" fmla="*/ 3081936 w 3123117"/>
              <a:gd name="connsiteY5" fmla="*/ 1167926 h 1168272"/>
              <a:gd name="connsiteX6" fmla="*/ 41181 w 3123117"/>
              <a:gd name="connsiteY6" fmla="*/ 1167926 h 1168272"/>
              <a:gd name="connsiteX7" fmla="*/ 0 w 3123117"/>
              <a:gd name="connsiteY7" fmla="*/ 1149605 h 1168272"/>
              <a:gd name="connsiteX8" fmla="*/ 0 w 3123117"/>
              <a:gd name="connsiteY8" fmla="*/ 41181 h 1168272"/>
              <a:gd name="connsiteX0" fmla="*/ 0 w 3123117"/>
              <a:gd name="connsiteY0" fmla="*/ 41181 h 1168272"/>
              <a:gd name="connsiteX1" fmla="*/ 41181 w 3123117"/>
              <a:gd name="connsiteY1" fmla="*/ 0 h 1168272"/>
              <a:gd name="connsiteX2" fmla="*/ 3081936 w 3123117"/>
              <a:gd name="connsiteY2" fmla="*/ 0 h 1168272"/>
              <a:gd name="connsiteX3" fmla="*/ 3123117 w 3123117"/>
              <a:gd name="connsiteY3" fmla="*/ 41181 h 1168272"/>
              <a:gd name="connsiteX4" fmla="*/ 3123117 w 3123117"/>
              <a:gd name="connsiteY4" fmla="*/ 1147065 h 1168272"/>
              <a:gd name="connsiteX5" fmla="*/ 3081936 w 3123117"/>
              <a:gd name="connsiteY5" fmla="*/ 1167926 h 1168272"/>
              <a:gd name="connsiteX6" fmla="*/ 41181 w 3123117"/>
              <a:gd name="connsiteY6" fmla="*/ 1167926 h 1168272"/>
              <a:gd name="connsiteX7" fmla="*/ 0 w 3123117"/>
              <a:gd name="connsiteY7" fmla="*/ 1149605 h 1168272"/>
              <a:gd name="connsiteX8" fmla="*/ 0 w 3123117"/>
              <a:gd name="connsiteY8" fmla="*/ 41181 h 1168272"/>
              <a:gd name="connsiteX0" fmla="*/ 0 w 3123117"/>
              <a:gd name="connsiteY0" fmla="*/ 41181 h 1168272"/>
              <a:gd name="connsiteX1" fmla="*/ 76741 w 3123117"/>
              <a:gd name="connsiteY1" fmla="*/ 0 h 1168272"/>
              <a:gd name="connsiteX2" fmla="*/ 3081936 w 3123117"/>
              <a:gd name="connsiteY2" fmla="*/ 0 h 1168272"/>
              <a:gd name="connsiteX3" fmla="*/ 3123117 w 3123117"/>
              <a:gd name="connsiteY3" fmla="*/ 41181 h 1168272"/>
              <a:gd name="connsiteX4" fmla="*/ 3123117 w 3123117"/>
              <a:gd name="connsiteY4" fmla="*/ 1147065 h 1168272"/>
              <a:gd name="connsiteX5" fmla="*/ 3081936 w 3123117"/>
              <a:gd name="connsiteY5" fmla="*/ 1167926 h 1168272"/>
              <a:gd name="connsiteX6" fmla="*/ 41181 w 3123117"/>
              <a:gd name="connsiteY6" fmla="*/ 1167926 h 1168272"/>
              <a:gd name="connsiteX7" fmla="*/ 0 w 3123117"/>
              <a:gd name="connsiteY7" fmla="*/ 1149605 h 1168272"/>
              <a:gd name="connsiteX8" fmla="*/ 0 w 3123117"/>
              <a:gd name="connsiteY8" fmla="*/ 41181 h 1168272"/>
              <a:gd name="connsiteX0" fmla="*/ 0 w 3125657"/>
              <a:gd name="connsiteY0" fmla="*/ 102141 h 1168272"/>
              <a:gd name="connsiteX1" fmla="*/ 79281 w 3125657"/>
              <a:gd name="connsiteY1" fmla="*/ 0 h 1168272"/>
              <a:gd name="connsiteX2" fmla="*/ 3084476 w 3125657"/>
              <a:gd name="connsiteY2" fmla="*/ 0 h 1168272"/>
              <a:gd name="connsiteX3" fmla="*/ 3125657 w 3125657"/>
              <a:gd name="connsiteY3" fmla="*/ 41181 h 1168272"/>
              <a:gd name="connsiteX4" fmla="*/ 3125657 w 3125657"/>
              <a:gd name="connsiteY4" fmla="*/ 1147065 h 1168272"/>
              <a:gd name="connsiteX5" fmla="*/ 3084476 w 3125657"/>
              <a:gd name="connsiteY5" fmla="*/ 1167926 h 1168272"/>
              <a:gd name="connsiteX6" fmla="*/ 43721 w 3125657"/>
              <a:gd name="connsiteY6" fmla="*/ 1167926 h 1168272"/>
              <a:gd name="connsiteX7" fmla="*/ 2540 w 3125657"/>
              <a:gd name="connsiteY7" fmla="*/ 1149605 h 1168272"/>
              <a:gd name="connsiteX8" fmla="*/ 0 w 3125657"/>
              <a:gd name="connsiteY8" fmla="*/ 102141 h 1168272"/>
              <a:gd name="connsiteX0" fmla="*/ 0 w 3125657"/>
              <a:gd name="connsiteY0" fmla="*/ 102141 h 1168272"/>
              <a:gd name="connsiteX1" fmla="*/ 107221 w 3125657"/>
              <a:gd name="connsiteY1" fmla="*/ 0 h 1168272"/>
              <a:gd name="connsiteX2" fmla="*/ 3084476 w 3125657"/>
              <a:gd name="connsiteY2" fmla="*/ 0 h 1168272"/>
              <a:gd name="connsiteX3" fmla="*/ 3125657 w 3125657"/>
              <a:gd name="connsiteY3" fmla="*/ 41181 h 1168272"/>
              <a:gd name="connsiteX4" fmla="*/ 3125657 w 3125657"/>
              <a:gd name="connsiteY4" fmla="*/ 1147065 h 1168272"/>
              <a:gd name="connsiteX5" fmla="*/ 3084476 w 3125657"/>
              <a:gd name="connsiteY5" fmla="*/ 1167926 h 1168272"/>
              <a:gd name="connsiteX6" fmla="*/ 43721 w 3125657"/>
              <a:gd name="connsiteY6" fmla="*/ 1167926 h 1168272"/>
              <a:gd name="connsiteX7" fmla="*/ 2540 w 3125657"/>
              <a:gd name="connsiteY7" fmla="*/ 1149605 h 1168272"/>
              <a:gd name="connsiteX8" fmla="*/ 0 w 3125657"/>
              <a:gd name="connsiteY8" fmla="*/ 102141 h 1168272"/>
              <a:gd name="connsiteX0" fmla="*/ 0 w 3125657"/>
              <a:gd name="connsiteY0" fmla="*/ 122461 h 1168272"/>
              <a:gd name="connsiteX1" fmla="*/ 107221 w 3125657"/>
              <a:gd name="connsiteY1" fmla="*/ 0 h 1168272"/>
              <a:gd name="connsiteX2" fmla="*/ 3084476 w 3125657"/>
              <a:gd name="connsiteY2" fmla="*/ 0 h 1168272"/>
              <a:gd name="connsiteX3" fmla="*/ 3125657 w 3125657"/>
              <a:gd name="connsiteY3" fmla="*/ 41181 h 1168272"/>
              <a:gd name="connsiteX4" fmla="*/ 3125657 w 3125657"/>
              <a:gd name="connsiteY4" fmla="*/ 1147065 h 1168272"/>
              <a:gd name="connsiteX5" fmla="*/ 3084476 w 3125657"/>
              <a:gd name="connsiteY5" fmla="*/ 1167926 h 1168272"/>
              <a:gd name="connsiteX6" fmla="*/ 43721 w 3125657"/>
              <a:gd name="connsiteY6" fmla="*/ 1167926 h 1168272"/>
              <a:gd name="connsiteX7" fmla="*/ 2540 w 3125657"/>
              <a:gd name="connsiteY7" fmla="*/ 1149605 h 1168272"/>
              <a:gd name="connsiteX8" fmla="*/ 0 w 3125657"/>
              <a:gd name="connsiteY8" fmla="*/ 122461 h 1168272"/>
              <a:gd name="connsiteX0" fmla="*/ 0 w 3125657"/>
              <a:gd name="connsiteY0" fmla="*/ 122461 h 1168272"/>
              <a:gd name="connsiteX1" fmla="*/ 107221 w 3125657"/>
              <a:gd name="connsiteY1" fmla="*/ 0 h 1168272"/>
              <a:gd name="connsiteX2" fmla="*/ 3084476 w 3125657"/>
              <a:gd name="connsiteY2" fmla="*/ 0 h 1168272"/>
              <a:gd name="connsiteX3" fmla="*/ 3125657 w 3125657"/>
              <a:gd name="connsiteY3" fmla="*/ 41181 h 1168272"/>
              <a:gd name="connsiteX4" fmla="*/ 3125657 w 3125657"/>
              <a:gd name="connsiteY4" fmla="*/ 1147065 h 1168272"/>
              <a:gd name="connsiteX5" fmla="*/ 3084476 w 3125657"/>
              <a:gd name="connsiteY5" fmla="*/ 1167926 h 1168272"/>
              <a:gd name="connsiteX6" fmla="*/ 43721 w 3125657"/>
              <a:gd name="connsiteY6" fmla="*/ 1167926 h 1168272"/>
              <a:gd name="connsiteX7" fmla="*/ 2540 w 3125657"/>
              <a:gd name="connsiteY7" fmla="*/ 1149605 h 1168272"/>
              <a:gd name="connsiteX8" fmla="*/ 0 w 3125657"/>
              <a:gd name="connsiteY8" fmla="*/ 122461 h 1168272"/>
              <a:gd name="connsiteX0" fmla="*/ 0 w 3125657"/>
              <a:gd name="connsiteY0" fmla="*/ 122461 h 1168272"/>
              <a:gd name="connsiteX1" fmla="*/ 107221 w 3125657"/>
              <a:gd name="connsiteY1" fmla="*/ 0 h 1168272"/>
              <a:gd name="connsiteX2" fmla="*/ 3084476 w 3125657"/>
              <a:gd name="connsiteY2" fmla="*/ 0 h 1168272"/>
              <a:gd name="connsiteX3" fmla="*/ 3125657 w 3125657"/>
              <a:gd name="connsiteY3" fmla="*/ 41181 h 1168272"/>
              <a:gd name="connsiteX4" fmla="*/ 3125657 w 3125657"/>
              <a:gd name="connsiteY4" fmla="*/ 1147065 h 1168272"/>
              <a:gd name="connsiteX5" fmla="*/ 3084476 w 3125657"/>
              <a:gd name="connsiteY5" fmla="*/ 1167926 h 1168272"/>
              <a:gd name="connsiteX6" fmla="*/ 43721 w 3125657"/>
              <a:gd name="connsiteY6" fmla="*/ 1167926 h 1168272"/>
              <a:gd name="connsiteX7" fmla="*/ 2540 w 3125657"/>
              <a:gd name="connsiteY7" fmla="*/ 1149605 h 1168272"/>
              <a:gd name="connsiteX8" fmla="*/ 0 w 3125657"/>
              <a:gd name="connsiteY8" fmla="*/ 122461 h 1168272"/>
              <a:gd name="connsiteX0" fmla="*/ 0 w 3125657"/>
              <a:gd name="connsiteY0" fmla="*/ 125001 h 1170812"/>
              <a:gd name="connsiteX1" fmla="*/ 107221 w 3125657"/>
              <a:gd name="connsiteY1" fmla="*/ 2540 h 1170812"/>
              <a:gd name="connsiteX2" fmla="*/ 2970176 w 3125657"/>
              <a:gd name="connsiteY2" fmla="*/ 0 h 1170812"/>
              <a:gd name="connsiteX3" fmla="*/ 3125657 w 3125657"/>
              <a:gd name="connsiteY3" fmla="*/ 43721 h 1170812"/>
              <a:gd name="connsiteX4" fmla="*/ 3125657 w 3125657"/>
              <a:gd name="connsiteY4" fmla="*/ 1149605 h 1170812"/>
              <a:gd name="connsiteX5" fmla="*/ 3084476 w 3125657"/>
              <a:gd name="connsiteY5" fmla="*/ 1170466 h 1170812"/>
              <a:gd name="connsiteX6" fmla="*/ 43721 w 3125657"/>
              <a:gd name="connsiteY6" fmla="*/ 1170466 h 1170812"/>
              <a:gd name="connsiteX7" fmla="*/ 2540 w 3125657"/>
              <a:gd name="connsiteY7" fmla="*/ 1152145 h 1170812"/>
              <a:gd name="connsiteX8" fmla="*/ 0 w 3125657"/>
              <a:gd name="connsiteY8" fmla="*/ 125001 h 1170812"/>
              <a:gd name="connsiteX0" fmla="*/ 0 w 3125657"/>
              <a:gd name="connsiteY0" fmla="*/ 125001 h 1170812"/>
              <a:gd name="connsiteX1" fmla="*/ 107221 w 3125657"/>
              <a:gd name="connsiteY1" fmla="*/ 2540 h 1170812"/>
              <a:gd name="connsiteX2" fmla="*/ 2970176 w 3125657"/>
              <a:gd name="connsiteY2" fmla="*/ 0 h 1170812"/>
              <a:gd name="connsiteX3" fmla="*/ 3123117 w 3125657"/>
              <a:gd name="connsiteY3" fmla="*/ 107221 h 1170812"/>
              <a:gd name="connsiteX4" fmla="*/ 3125657 w 3125657"/>
              <a:gd name="connsiteY4" fmla="*/ 1149605 h 1170812"/>
              <a:gd name="connsiteX5" fmla="*/ 3084476 w 3125657"/>
              <a:gd name="connsiteY5" fmla="*/ 1170466 h 1170812"/>
              <a:gd name="connsiteX6" fmla="*/ 43721 w 3125657"/>
              <a:gd name="connsiteY6" fmla="*/ 1170466 h 1170812"/>
              <a:gd name="connsiteX7" fmla="*/ 2540 w 3125657"/>
              <a:gd name="connsiteY7" fmla="*/ 1152145 h 1170812"/>
              <a:gd name="connsiteX8" fmla="*/ 0 w 3125657"/>
              <a:gd name="connsiteY8" fmla="*/ 125001 h 1170812"/>
              <a:gd name="connsiteX0" fmla="*/ 0 w 3125657"/>
              <a:gd name="connsiteY0" fmla="*/ 125001 h 1170812"/>
              <a:gd name="connsiteX1" fmla="*/ 107221 w 3125657"/>
              <a:gd name="connsiteY1" fmla="*/ 2540 h 1170812"/>
              <a:gd name="connsiteX2" fmla="*/ 2970176 w 3125657"/>
              <a:gd name="connsiteY2" fmla="*/ 0 h 1170812"/>
              <a:gd name="connsiteX3" fmla="*/ 3123117 w 3125657"/>
              <a:gd name="connsiteY3" fmla="*/ 107221 h 1170812"/>
              <a:gd name="connsiteX4" fmla="*/ 3125657 w 3125657"/>
              <a:gd name="connsiteY4" fmla="*/ 1149605 h 1170812"/>
              <a:gd name="connsiteX5" fmla="*/ 3084476 w 3125657"/>
              <a:gd name="connsiteY5" fmla="*/ 1170466 h 1170812"/>
              <a:gd name="connsiteX6" fmla="*/ 43721 w 3125657"/>
              <a:gd name="connsiteY6" fmla="*/ 1170466 h 1170812"/>
              <a:gd name="connsiteX7" fmla="*/ 2540 w 3125657"/>
              <a:gd name="connsiteY7" fmla="*/ 1152145 h 1170812"/>
              <a:gd name="connsiteX8" fmla="*/ 0 w 3125657"/>
              <a:gd name="connsiteY8" fmla="*/ 125001 h 1170812"/>
              <a:gd name="connsiteX0" fmla="*/ 0 w 3125657"/>
              <a:gd name="connsiteY0" fmla="*/ 125001 h 1170812"/>
              <a:gd name="connsiteX1" fmla="*/ 107221 w 3125657"/>
              <a:gd name="connsiteY1" fmla="*/ 2540 h 1170812"/>
              <a:gd name="connsiteX2" fmla="*/ 2970176 w 3125657"/>
              <a:gd name="connsiteY2" fmla="*/ 0 h 1170812"/>
              <a:gd name="connsiteX3" fmla="*/ 3123117 w 3125657"/>
              <a:gd name="connsiteY3" fmla="*/ 107221 h 1170812"/>
              <a:gd name="connsiteX4" fmla="*/ 3125657 w 3125657"/>
              <a:gd name="connsiteY4" fmla="*/ 1149605 h 1170812"/>
              <a:gd name="connsiteX5" fmla="*/ 3084476 w 3125657"/>
              <a:gd name="connsiteY5" fmla="*/ 1170466 h 1170812"/>
              <a:gd name="connsiteX6" fmla="*/ 43721 w 3125657"/>
              <a:gd name="connsiteY6" fmla="*/ 1170466 h 1170812"/>
              <a:gd name="connsiteX7" fmla="*/ 2540 w 3125657"/>
              <a:gd name="connsiteY7" fmla="*/ 1152145 h 1170812"/>
              <a:gd name="connsiteX8" fmla="*/ 0 w 3125657"/>
              <a:gd name="connsiteY8" fmla="*/ 125001 h 1170812"/>
              <a:gd name="connsiteX0" fmla="*/ 0 w 3125657"/>
              <a:gd name="connsiteY0" fmla="*/ 125001 h 1170812"/>
              <a:gd name="connsiteX1" fmla="*/ 107221 w 3125657"/>
              <a:gd name="connsiteY1" fmla="*/ 2540 h 1170812"/>
              <a:gd name="connsiteX2" fmla="*/ 2952396 w 3125657"/>
              <a:gd name="connsiteY2" fmla="*/ 0 h 1170812"/>
              <a:gd name="connsiteX3" fmla="*/ 3123117 w 3125657"/>
              <a:gd name="connsiteY3" fmla="*/ 107221 h 1170812"/>
              <a:gd name="connsiteX4" fmla="*/ 3125657 w 3125657"/>
              <a:gd name="connsiteY4" fmla="*/ 1149605 h 1170812"/>
              <a:gd name="connsiteX5" fmla="*/ 3084476 w 3125657"/>
              <a:gd name="connsiteY5" fmla="*/ 1170466 h 1170812"/>
              <a:gd name="connsiteX6" fmla="*/ 43721 w 3125657"/>
              <a:gd name="connsiteY6" fmla="*/ 1170466 h 1170812"/>
              <a:gd name="connsiteX7" fmla="*/ 2540 w 3125657"/>
              <a:gd name="connsiteY7" fmla="*/ 1152145 h 1170812"/>
              <a:gd name="connsiteX8" fmla="*/ 0 w 3125657"/>
              <a:gd name="connsiteY8" fmla="*/ 125001 h 1170812"/>
              <a:gd name="connsiteX0" fmla="*/ 0 w 3125901"/>
              <a:gd name="connsiteY0" fmla="*/ 125001 h 1170812"/>
              <a:gd name="connsiteX1" fmla="*/ 107221 w 3125901"/>
              <a:gd name="connsiteY1" fmla="*/ 2540 h 1170812"/>
              <a:gd name="connsiteX2" fmla="*/ 2952396 w 3125901"/>
              <a:gd name="connsiteY2" fmla="*/ 0 h 1170812"/>
              <a:gd name="connsiteX3" fmla="*/ 3125657 w 3125901"/>
              <a:gd name="connsiteY3" fmla="*/ 147861 h 1170812"/>
              <a:gd name="connsiteX4" fmla="*/ 3125657 w 3125901"/>
              <a:gd name="connsiteY4" fmla="*/ 1149605 h 1170812"/>
              <a:gd name="connsiteX5" fmla="*/ 3084476 w 3125901"/>
              <a:gd name="connsiteY5" fmla="*/ 1170466 h 1170812"/>
              <a:gd name="connsiteX6" fmla="*/ 43721 w 3125901"/>
              <a:gd name="connsiteY6" fmla="*/ 1170466 h 1170812"/>
              <a:gd name="connsiteX7" fmla="*/ 2540 w 3125901"/>
              <a:gd name="connsiteY7" fmla="*/ 1152145 h 1170812"/>
              <a:gd name="connsiteX8" fmla="*/ 0 w 3125901"/>
              <a:gd name="connsiteY8" fmla="*/ 125001 h 1170812"/>
              <a:gd name="connsiteX0" fmla="*/ 0 w 3125901"/>
              <a:gd name="connsiteY0" fmla="*/ 125001 h 1170812"/>
              <a:gd name="connsiteX1" fmla="*/ 107221 w 3125901"/>
              <a:gd name="connsiteY1" fmla="*/ 2540 h 1170812"/>
              <a:gd name="connsiteX2" fmla="*/ 2952396 w 3125901"/>
              <a:gd name="connsiteY2" fmla="*/ 0 h 1170812"/>
              <a:gd name="connsiteX3" fmla="*/ 3125657 w 3125901"/>
              <a:gd name="connsiteY3" fmla="*/ 147861 h 1170812"/>
              <a:gd name="connsiteX4" fmla="*/ 3125657 w 3125901"/>
              <a:gd name="connsiteY4" fmla="*/ 1149605 h 1170812"/>
              <a:gd name="connsiteX5" fmla="*/ 3084476 w 3125901"/>
              <a:gd name="connsiteY5" fmla="*/ 1170466 h 1170812"/>
              <a:gd name="connsiteX6" fmla="*/ 43721 w 3125901"/>
              <a:gd name="connsiteY6" fmla="*/ 1170466 h 1170812"/>
              <a:gd name="connsiteX7" fmla="*/ 2540 w 3125901"/>
              <a:gd name="connsiteY7" fmla="*/ 1152145 h 1170812"/>
              <a:gd name="connsiteX8" fmla="*/ 0 w 3125901"/>
              <a:gd name="connsiteY8" fmla="*/ 125001 h 1170812"/>
              <a:gd name="connsiteX0" fmla="*/ 0 w 3125901"/>
              <a:gd name="connsiteY0" fmla="*/ 125001 h 1170812"/>
              <a:gd name="connsiteX1" fmla="*/ 107221 w 3125901"/>
              <a:gd name="connsiteY1" fmla="*/ 2540 h 1170812"/>
              <a:gd name="connsiteX2" fmla="*/ 2952396 w 3125901"/>
              <a:gd name="connsiteY2" fmla="*/ 0 h 1170812"/>
              <a:gd name="connsiteX3" fmla="*/ 3125657 w 3125901"/>
              <a:gd name="connsiteY3" fmla="*/ 147861 h 1170812"/>
              <a:gd name="connsiteX4" fmla="*/ 3125657 w 3125901"/>
              <a:gd name="connsiteY4" fmla="*/ 1149605 h 1170812"/>
              <a:gd name="connsiteX5" fmla="*/ 3084476 w 3125901"/>
              <a:gd name="connsiteY5" fmla="*/ 1170466 h 1170812"/>
              <a:gd name="connsiteX6" fmla="*/ 43721 w 3125901"/>
              <a:gd name="connsiteY6" fmla="*/ 1170466 h 1170812"/>
              <a:gd name="connsiteX7" fmla="*/ 2540 w 3125901"/>
              <a:gd name="connsiteY7" fmla="*/ 1152145 h 1170812"/>
              <a:gd name="connsiteX8" fmla="*/ 0 w 3125901"/>
              <a:gd name="connsiteY8" fmla="*/ 125001 h 1170812"/>
              <a:gd name="connsiteX0" fmla="*/ 0 w 3125901"/>
              <a:gd name="connsiteY0" fmla="*/ 125001 h 1170812"/>
              <a:gd name="connsiteX1" fmla="*/ 107221 w 3125901"/>
              <a:gd name="connsiteY1" fmla="*/ 2540 h 1170812"/>
              <a:gd name="connsiteX2" fmla="*/ 2952396 w 3125901"/>
              <a:gd name="connsiteY2" fmla="*/ 0 h 1170812"/>
              <a:gd name="connsiteX3" fmla="*/ 3125657 w 3125901"/>
              <a:gd name="connsiteY3" fmla="*/ 147861 h 1170812"/>
              <a:gd name="connsiteX4" fmla="*/ 3125657 w 3125901"/>
              <a:gd name="connsiteY4" fmla="*/ 1149605 h 1170812"/>
              <a:gd name="connsiteX5" fmla="*/ 3084476 w 3125901"/>
              <a:gd name="connsiteY5" fmla="*/ 1170466 h 1170812"/>
              <a:gd name="connsiteX6" fmla="*/ 43721 w 3125901"/>
              <a:gd name="connsiteY6" fmla="*/ 1170466 h 1170812"/>
              <a:gd name="connsiteX7" fmla="*/ 2540 w 3125901"/>
              <a:gd name="connsiteY7" fmla="*/ 1152145 h 1170812"/>
              <a:gd name="connsiteX8" fmla="*/ 0 w 3125901"/>
              <a:gd name="connsiteY8" fmla="*/ 125001 h 1170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25901" h="1170812">
                <a:moveTo>
                  <a:pt x="0" y="125001"/>
                </a:moveTo>
                <a:cubicBezTo>
                  <a:pt x="12700" y="28597"/>
                  <a:pt x="51457" y="33020"/>
                  <a:pt x="107221" y="2540"/>
                </a:cubicBezTo>
                <a:lnTo>
                  <a:pt x="2952396" y="0"/>
                </a:lnTo>
                <a:cubicBezTo>
                  <a:pt x="3069120" y="12700"/>
                  <a:pt x="3123117" y="48917"/>
                  <a:pt x="3125657" y="147861"/>
                </a:cubicBezTo>
                <a:cubicBezTo>
                  <a:pt x="3126504" y="495322"/>
                  <a:pt x="3124810" y="802144"/>
                  <a:pt x="3125657" y="1149605"/>
                </a:cubicBezTo>
                <a:cubicBezTo>
                  <a:pt x="3125657" y="1172349"/>
                  <a:pt x="3107220" y="1170466"/>
                  <a:pt x="3084476" y="1170466"/>
                </a:cubicBezTo>
                <a:lnTo>
                  <a:pt x="43721" y="1170466"/>
                </a:lnTo>
                <a:cubicBezTo>
                  <a:pt x="20977" y="1170466"/>
                  <a:pt x="2540" y="1174889"/>
                  <a:pt x="2540" y="1152145"/>
                </a:cubicBezTo>
                <a:cubicBezTo>
                  <a:pt x="1693" y="802990"/>
                  <a:pt x="847" y="474156"/>
                  <a:pt x="0" y="12500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4B4B4AC-B9DF-8B7B-8183-A933E3EC5D02}"/>
              </a:ext>
            </a:extLst>
          </p:cNvPr>
          <p:cNvSpPr/>
          <p:nvPr/>
        </p:nvSpPr>
        <p:spPr>
          <a:xfrm>
            <a:off x="4366403" y="254479"/>
            <a:ext cx="3459193" cy="6349042"/>
          </a:xfrm>
          <a:prstGeom prst="roundRect">
            <a:avLst>
              <a:gd name="adj" fmla="val 744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CB9469E-2EA8-236F-1DC8-9CC44E2B2111}"/>
              </a:ext>
            </a:extLst>
          </p:cNvPr>
          <p:cNvSpPr txBox="1"/>
          <p:nvPr/>
        </p:nvSpPr>
        <p:spPr>
          <a:xfrm>
            <a:off x="4563512" y="5528028"/>
            <a:ext cx="7493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b="1" dirty="0">
                <a:latin typeface="Aptos Narrow" panose="020B0004020202020204" pitchFamily="34" charset="0"/>
                <a:cs typeface="Arial" panose="020B0604020202020204" pitchFamily="34" charset="0"/>
              </a:rPr>
              <a:t>订单信息</a:t>
            </a:r>
            <a:endParaRPr lang="en-US" sz="1050" b="1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D535FE4-0AE4-35B8-B464-1DFB8A5A6EA6}"/>
              </a:ext>
            </a:extLst>
          </p:cNvPr>
          <p:cNvCxnSpPr>
            <a:cxnSpLocks/>
          </p:cNvCxnSpPr>
          <p:nvPr/>
        </p:nvCxnSpPr>
        <p:spPr>
          <a:xfrm>
            <a:off x="4610688" y="5832019"/>
            <a:ext cx="2952176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DDC8844A-1027-08E5-FDC6-CC18A6EE9D74}"/>
              </a:ext>
            </a:extLst>
          </p:cNvPr>
          <p:cNvSpPr txBox="1"/>
          <p:nvPr/>
        </p:nvSpPr>
        <p:spPr>
          <a:xfrm>
            <a:off x="4571692" y="5920592"/>
            <a:ext cx="72327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b="1" dirty="0">
                <a:solidFill>
                  <a:schemeClr val="bg1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订单编号</a:t>
            </a:r>
            <a:endParaRPr lang="en-US" sz="1050" b="1" dirty="0">
              <a:solidFill>
                <a:schemeClr val="bg1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F6F4065-0FA2-8E1F-E576-4875351B1FDE}"/>
              </a:ext>
            </a:extLst>
          </p:cNvPr>
          <p:cNvSpPr txBox="1"/>
          <p:nvPr/>
        </p:nvSpPr>
        <p:spPr>
          <a:xfrm>
            <a:off x="6238240" y="5920592"/>
            <a:ext cx="13847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 Narrow" panose="020B00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20220322100039E002</a:t>
            </a:r>
            <a:endParaRPr lang="en-US" sz="1050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E0928F3-5B2D-86F5-3D19-3AD168E816A9}"/>
              </a:ext>
            </a:extLst>
          </p:cNvPr>
          <p:cNvSpPr txBox="1"/>
          <p:nvPr/>
        </p:nvSpPr>
        <p:spPr>
          <a:xfrm>
            <a:off x="4571692" y="6245851"/>
            <a:ext cx="72327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b="1" dirty="0">
                <a:solidFill>
                  <a:schemeClr val="bg1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创建时间</a:t>
            </a:r>
            <a:endParaRPr lang="en-US" sz="1050" b="1" dirty="0">
              <a:solidFill>
                <a:schemeClr val="bg1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302C2E7-A7C8-9EEA-3E9A-50BDF5F8CD09}"/>
              </a:ext>
            </a:extLst>
          </p:cNvPr>
          <p:cNvSpPr txBox="1"/>
          <p:nvPr/>
        </p:nvSpPr>
        <p:spPr>
          <a:xfrm>
            <a:off x="6466840" y="6245851"/>
            <a:ext cx="1156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Aptos Narrow" panose="020B0004020202020204" pitchFamily="34" charset="0"/>
                <a:cs typeface="Arial" panose="020B0604020202020204" pitchFamily="34" charset="0"/>
              </a:rPr>
              <a:t>2022.03.22  10:00</a:t>
            </a:r>
            <a:endParaRPr lang="en-US" sz="1000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9CD5DA7-D728-154E-5E67-18F096DBA6CE}"/>
              </a:ext>
            </a:extLst>
          </p:cNvPr>
          <p:cNvCxnSpPr/>
          <p:nvPr/>
        </p:nvCxnSpPr>
        <p:spPr>
          <a:xfrm flipH="1">
            <a:off x="3592132" y="483767"/>
            <a:ext cx="8821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0120FBC5-2038-E26F-F41A-FC7C9C37438A}"/>
              </a:ext>
            </a:extLst>
          </p:cNvPr>
          <p:cNvSpPr txBox="1"/>
          <p:nvPr/>
        </p:nvSpPr>
        <p:spPr>
          <a:xfrm>
            <a:off x="2991338" y="301724"/>
            <a:ext cx="601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back</a:t>
            </a:r>
            <a:endParaRPr lang="en-US" sz="16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767DBAC-570E-EAD6-AB77-E488FA8C24BF}"/>
              </a:ext>
            </a:extLst>
          </p:cNvPr>
          <p:cNvCxnSpPr/>
          <p:nvPr/>
        </p:nvCxnSpPr>
        <p:spPr>
          <a:xfrm flipH="1">
            <a:off x="3701761" y="1344827"/>
            <a:ext cx="8821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2FD83B49-9CCD-163C-5AFA-0BD22C6660A2}"/>
              </a:ext>
            </a:extLst>
          </p:cNvPr>
          <p:cNvSpPr txBox="1"/>
          <p:nvPr/>
        </p:nvSpPr>
        <p:spPr>
          <a:xfrm>
            <a:off x="2905771" y="1141260"/>
            <a:ext cx="8098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status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EA1F1E7-5A56-6E11-045F-5D841D245C2D}"/>
              </a:ext>
            </a:extLst>
          </p:cNvPr>
          <p:cNvCxnSpPr/>
          <p:nvPr/>
        </p:nvCxnSpPr>
        <p:spPr>
          <a:xfrm flipH="1">
            <a:off x="3738724" y="2553499"/>
            <a:ext cx="8821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AB29E09A-A469-18EA-63D1-2BF969C67D9C}"/>
              </a:ext>
            </a:extLst>
          </p:cNvPr>
          <p:cNvSpPr txBox="1"/>
          <p:nvPr/>
        </p:nvSpPr>
        <p:spPr>
          <a:xfrm>
            <a:off x="2441623" y="2354469"/>
            <a:ext cx="1330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gallery.png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F946CFD-E5A5-E778-800B-BAFE6D37F7E1}"/>
              </a:ext>
            </a:extLst>
          </p:cNvPr>
          <p:cNvCxnSpPr>
            <a:cxnSpLocks/>
          </p:cNvCxnSpPr>
          <p:nvPr/>
        </p:nvCxnSpPr>
        <p:spPr>
          <a:xfrm flipH="1">
            <a:off x="3173942" y="2097924"/>
            <a:ext cx="14124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694DD3E8-14CB-9B5D-9948-5AE3A8110518}"/>
              </a:ext>
            </a:extLst>
          </p:cNvPr>
          <p:cNvSpPr txBox="1"/>
          <p:nvPr/>
        </p:nvSpPr>
        <p:spPr>
          <a:xfrm>
            <a:off x="269021" y="1898894"/>
            <a:ext cx="299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consumeInformation</a:t>
            </a:r>
            <a:r>
              <a:rPr lang="zh-CN" altLang="en-US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（</a:t>
            </a:r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title</a:t>
            </a:r>
            <a:r>
              <a:rPr lang="zh-CN" altLang="en-US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）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4E30436-415F-615F-758E-6110CC0EA35C}"/>
              </a:ext>
            </a:extLst>
          </p:cNvPr>
          <p:cNvCxnSpPr>
            <a:cxnSpLocks/>
          </p:cNvCxnSpPr>
          <p:nvPr/>
        </p:nvCxnSpPr>
        <p:spPr>
          <a:xfrm flipH="1">
            <a:off x="3645069" y="2633258"/>
            <a:ext cx="1649898" cy="5303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EC57DB56-784F-6FD0-5F56-D2ED5C9749F7}"/>
              </a:ext>
            </a:extLst>
          </p:cNvPr>
          <p:cNvSpPr txBox="1"/>
          <p:nvPr/>
        </p:nvSpPr>
        <p:spPr>
          <a:xfrm>
            <a:off x="2633457" y="2956484"/>
            <a:ext cx="1018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itemName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D2ED120-8CB2-0FA5-384E-135695C69535}"/>
              </a:ext>
            </a:extLst>
          </p:cNvPr>
          <p:cNvCxnSpPr>
            <a:cxnSpLocks/>
          </p:cNvCxnSpPr>
          <p:nvPr/>
        </p:nvCxnSpPr>
        <p:spPr>
          <a:xfrm flipV="1">
            <a:off x="7622994" y="2526059"/>
            <a:ext cx="974522" cy="17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99FC04CF-C934-1886-A040-2DFAF06F3C43}"/>
              </a:ext>
            </a:extLst>
          </p:cNvPr>
          <p:cNvSpPr txBox="1"/>
          <p:nvPr/>
        </p:nvSpPr>
        <p:spPr>
          <a:xfrm>
            <a:off x="8597516" y="2345201"/>
            <a:ext cx="705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price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7883D48-ED6F-DE04-0967-073D0B3D02C2}"/>
              </a:ext>
            </a:extLst>
          </p:cNvPr>
          <p:cNvCxnSpPr>
            <a:cxnSpLocks/>
          </p:cNvCxnSpPr>
          <p:nvPr/>
        </p:nvCxnSpPr>
        <p:spPr>
          <a:xfrm flipV="1">
            <a:off x="7622292" y="3034966"/>
            <a:ext cx="974522" cy="17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DA051794-B2E2-84A6-4A7E-E37F461DB8DB}"/>
              </a:ext>
            </a:extLst>
          </p:cNvPr>
          <p:cNvSpPr txBox="1"/>
          <p:nvPr/>
        </p:nvSpPr>
        <p:spPr>
          <a:xfrm>
            <a:off x="8596814" y="2854108"/>
            <a:ext cx="1122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numOfItem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E10294F-8E30-B10E-696A-02CBDC2CDB8D}"/>
              </a:ext>
            </a:extLst>
          </p:cNvPr>
          <p:cNvCxnSpPr>
            <a:cxnSpLocks/>
          </p:cNvCxnSpPr>
          <p:nvPr/>
        </p:nvCxnSpPr>
        <p:spPr>
          <a:xfrm flipV="1">
            <a:off x="7570008" y="3757446"/>
            <a:ext cx="974522" cy="17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11001137-07D5-6FA0-DD91-517763ED24E8}"/>
              </a:ext>
            </a:extLst>
          </p:cNvPr>
          <p:cNvSpPr txBox="1"/>
          <p:nvPr/>
        </p:nvSpPr>
        <p:spPr>
          <a:xfrm>
            <a:off x="8544530" y="3576588"/>
            <a:ext cx="18517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storeTotalAmount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FC5B5033-7C2D-6597-C208-0B18413F5938}"/>
              </a:ext>
            </a:extLst>
          </p:cNvPr>
          <p:cNvCxnSpPr>
            <a:cxnSpLocks/>
          </p:cNvCxnSpPr>
          <p:nvPr/>
        </p:nvCxnSpPr>
        <p:spPr>
          <a:xfrm flipV="1">
            <a:off x="7602847" y="3400495"/>
            <a:ext cx="974522" cy="17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3B1AE02A-14CD-3E7E-9727-71DE69AA7041}"/>
              </a:ext>
            </a:extLst>
          </p:cNvPr>
          <p:cNvSpPr txBox="1"/>
          <p:nvPr/>
        </p:nvSpPr>
        <p:spPr>
          <a:xfrm>
            <a:off x="8577369" y="3219637"/>
            <a:ext cx="1122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sumAmount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1E58BFC-FE96-54BD-E118-6CB8F6A5D9A5}"/>
              </a:ext>
            </a:extLst>
          </p:cNvPr>
          <p:cNvCxnSpPr>
            <a:cxnSpLocks/>
          </p:cNvCxnSpPr>
          <p:nvPr/>
        </p:nvCxnSpPr>
        <p:spPr>
          <a:xfrm flipV="1">
            <a:off x="7563393" y="4234955"/>
            <a:ext cx="974522" cy="17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6EDFAF62-911B-6FB4-5CCF-B43D84C9FA0F}"/>
              </a:ext>
            </a:extLst>
          </p:cNvPr>
          <p:cNvSpPr txBox="1"/>
          <p:nvPr/>
        </p:nvSpPr>
        <p:spPr>
          <a:xfrm>
            <a:off x="8537915" y="4054097"/>
            <a:ext cx="1330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totalAmount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3D57A83-D606-8AC1-6253-00E356C76C41}"/>
              </a:ext>
            </a:extLst>
          </p:cNvPr>
          <p:cNvCxnSpPr>
            <a:cxnSpLocks/>
          </p:cNvCxnSpPr>
          <p:nvPr/>
        </p:nvCxnSpPr>
        <p:spPr>
          <a:xfrm flipV="1">
            <a:off x="7562864" y="4604911"/>
            <a:ext cx="974522" cy="17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0C3DA0FC-DDDD-74F2-96CB-3AB91CF6BAE5}"/>
              </a:ext>
            </a:extLst>
          </p:cNvPr>
          <p:cNvSpPr txBox="1"/>
          <p:nvPr/>
        </p:nvSpPr>
        <p:spPr>
          <a:xfrm>
            <a:off x="8537386" y="4424053"/>
            <a:ext cx="17475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payment(online)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21267878-247F-A96A-66A0-3EBF76EC853D}"/>
              </a:ext>
            </a:extLst>
          </p:cNvPr>
          <p:cNvCxnSpPr>
            <a:cxnSpLocks/>
          </p:cNvCxnSpPr>
          <p:nvPr/>
        </p:nvCxnSpPr>
        <p:spPr>
          <a:xfrm flipV="1">
            <a:off x="7544042" y="4960654"/>
            <a:ext cx="974522" cy="17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827C6EBD-E244-C63E-06B2-7CD4FB571C30}"/>
              </a:ext>
            </a:extLst>
          </p:cNvPr>
          <p:cNvSpPr txBox="1"/>
          <p:nvPr/>
        </p:nvSpPr>
        <p:spPr>
          <a:xfrm>
            <a:off x="8518564" y="4779796"/>
            <a:ext cx="21643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paymentTime</a:t>
            </a:r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(online)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1E7B5F6-8DA6-D6F9-0D62-7B7B01982D00}"/>
              </a:ext>
            </a:extLst>
          </p:cNvPr>
          <p:cNvCxnSpPr>
            <a:cxnSpLocks/>
          </p:cNvCxnSpPr>
          <p:nvPr/>
        </p:nvCxnSpPr>
        <p:spPr>
          <a:xfrm flipH="1">
            <a:off x="3173942" y="5654834"/>
            <a:ext cx="14124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19A2D5EA-5CAE-36D1-1F98-91D9B80F9304}"/>
              </a:ext>
            </a:extLst>
          </p:cNvPr>
          <p:cNvSpPr txBox="1"/>
          <p:nvPr/>
        </p:nvSpPr>
        <p:spPr>
          <a:xfrm>
            <a:off x="520481" y="5467234"/>
            <a:ext cx="27863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orderInformation</a:t>
            </a:r>
            <a:r>
              <a:rPr lang="zh-CN" altLang="en-US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（</a:t>
            </a:r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title</a:t>
            </a:r>
            <a:r>
              <a:rPr lang="zh-CN" altLang="en-US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）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8B312816-6EE7-FCBA-A94F-1B40D68F33BF}"/>
              </a:ext>
            </a:extLst>
          </p:cNvPr>
          <p:cNvCxnSpPr>
            <a:cxnSpLocks/>
          </p:cNvCxnSpPr>
          <p:nvPr/>
        </p:nvCxnSpPr>
        <p:spPr>
          <a:xfrm flipV="1">
            <a:off x="7570008" y="6048493"/>
            <a:ext cx="974522" cy="17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552B02F4-4601-6823-EE62-5669E807D72E}"/>
              </a:ext>
            </a:extLst>
          </p:cNvPr>
          <p:cNvSpPr txBox="1"/>
          <p:nvPr/>
        </p:nvSpPr>
        <p:spPr>
          <a:xfrm>
            <a:off x="8544530" y="5867635"/>
            <a:ext cx="9140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orderID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EE9AD9B0-0B85-205A-7178-5867A5F1FBBB}"/>
              </a:ext>
            </a:extLst>
          </p:cNvPr>
          <p:cNvCxnSpPr>
            <a:cxnSpLocks/>
          </p:cNvCxnSpPr>
          <p:nvPr/>
        </p:nvCxnSpPr>
        <p:spPr>
          <a:xfrm flipV="1">
            <a:off x="7570008" y="6358969"/>
            <a:ext cx="974522" cy="17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5C68834A-2938-455E-1525-96D3BFB6AFD5}"/>
              </a:ext>
            </a:extLst>
          </p:cNvPr>
          <p:cNvSpPr txBox="1"/>
          <p:nvPr/>
        </p:nvSpPr>
        <p:spPr>
          <a:xfrm>
            <a:off x="8544530" y="6178111"/>
            <a:ext cx="12266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createTime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45787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AC8B043-252C-401C-3862-9C0762AD5935}"/>
              </a:ext>
            </a:extLst>
          </p:cNvPr>
          <p:cNvSpPr/>
          <p:nvPr/>
        </p:nvSpPr>
        <p:spPr>
          <a:xfrm>
            <a:off x="4366403" y="584241"/>
            <a:ext cx="3455598" cy="5689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19">
            <a:extLst>
              <a:ext uri="{FF2B5EF4-FFF2-40B4-BE49-F238E27FC236}">
                <a16:creationId xmlns:a16="http://schemas.microsoft.com/office/drawing/2014/main" id="{948241A9-B806-B8BD-3055-181FBA76C7FE}"/>
              </a:ext>
            </a:extLst>
          </p:cNvPr>
          <p:cNvSpPr/>
          <p:nvPr/>
        </p:nvSpPr>
        <p:spPr>
          <a:xfrm rot="10800000">
            <a:off x="4366403" y="254479"/>
            <a:ext cx="3455661" cy="417641"/>
          </a:xfrm>
          <a:custGeom>
            <a:avLst/>
            <a:gdLst>
              <a:gd name="connsiteX0" fmla="*/ 0 w 3459193"/>
              <a:gd name="connsiteY0" fmla="*/ 76268 h 416694"/>
              <a:gd name="connsiteX1" fmla="*/ 76268 w 3459193"/>
              <a:gd name="connsiteY1" fmla="*/ 0 h 416694"/>
              <a:gd name="connsiteX2" fmla="*/ 3382925 w 3459193"/>
              <a:gd name="connsiteY2" fmla="*/ 0 h 416694"/>
              <a:gd name="connsiteX3" fmla="*/ 3459193 w 3459193"/>
              <a:gd name="connsiteY3" fmla="*/ 76268 h 416694"/>
              <a:gd name="connsiteX4" fmla="*/ 3459193 w 3459193"/>
              <a:gd name="connsiteY4" fmla="*/ 340426 h 416694"/>
              <a:gd name="connsiteX5" fmla="*/ 3382925 w 3459193"/>
              <a:gd name="connsiteY5" fmla="*/ 416694 h 416694"/>
              <a:gd name="connsiteX6" fmla="*/ 76268 w 3459193"/>
              <a:gd name="connsiteY6" fmla="*/ 416694 h 416694"/>
              <a:gd name="connsiteX7" fmla="*/ 0 w 3459193"/>
              <a:gd name="connsiteY7" fmla="*/ 340426 h 416694"/>
              <a:gd name="connsiteX8" fmla="*/ 0 w 3459193"/>
              <a:gd name="connsiteY8" fmla="*/ 76268 h 416694"/>
              <a:gd name="connsiteX0" fmla="*/ 98 w 3459291"/>
              <a:gd name="connsiteY0" fmla="*/ 76268 h 416694"/>
              <a:gd name="connsiteX1" fmla="*/ 38266 w 3459291"/>
              <a:gd name="connsiteY1" fmla="*/ 0 h 416694"/>
              <a:gd name="connsiteX2" fmla="*/ 3383023 w 3459291"/>
              <a:gd name="connsiteY2" fmla="*/ 0 h 416694"/>
              <a:gd name="connsiteX3" fmla="*/ 3459291 w 3459291"/>
              <a:gd name="connsiteY3" fmla="*/ 76268 h 416694"/>
              <a:gd name="connsiteX4" fmla="*/ 3459291 w 3459291"/>
              <a:gd name="connsiteY4" fmla="*/ 340426 h 416694"/>
              <a:gd name="connsiteX5" fmla="*/ 3383023 w 3459291"/>
              <a:gd name="connsiteY5" fmla="*/ 416694 h 416694"/>
              <a:gd name="connsiteX6" fmla="*/ 76366 w 3459291"/>
              <a:gd name="connsiteY6" fmla="*/ 416694 h 416694"/>
              <a:gd name="connsiteX7" fmla="*/ 98 w 3459291"/>
              <a:gd name="connsiteY7" fmla="*/ 340426 h 416694"/>
              <a:gd name="connsiteX8" fmla="*/ 98 w 3459291"/>
              <a:gd name="connsiteY8" fmla="*/ 76268 h 416694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382925 w 3459193"/>
              <a:gd name="connsiteY2" fmla="*/ 2272 h 418966"/>
              <a:gd name="connsiteX3" fmla="*/ 3459193 w 3459193"/>
              <a:gd name="connsiteY3" fmla="*/ 785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470"/>
              <a:gd name="connsiteY0" fmla="*/ 30280 h 418966"/>
              <a:gd name="connsiteX1" fmla="*/ 38168 w 3459470"/>
              <a:gd name="connsiteY1" fmla="*/ 2272 h 418966"/>
              <a:gd name="connsiteX2" fmla="*/ 3422930 w 3459470"/>
              <a:gd name="connsiteY2" fmla="*/ 367 h 418966"/>
              <a:gd name="connsiteX3" fmla="*/ 3459193 w 3459470"/>
              <a:gd name="connsiteY3" fmla="*/ 78540 h 418966"/>
              <a:gd name="connsiteX4" fmla="*/ 3459193 w 3459470"/>
              <a:gd name="connsiteY4" fmla="*/ 342698 h 418966"/>
              <a:gd name="connsiteX5" fmla="*/ 3382925 w 3459470"/>
              <a:gd name="connsiteY5" fmla="*/ 418966 h 418966"/>
              <a:gd name="connsiteX6" fmla="*/ 76268 w 3459470"/>
              <a:gd name="connsiteY6" fmla="*/ 418966 h 418966"/>
              <a:gd name="connsiteX7" fmla="*/ 0 w 3459470"/>
              <a:gd name="connsiteY7" fmla="*/ 342698 h 418966"/>
              <a:gd name="connsiteX8" fmla="*/ 2540 w 3459470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01010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301010 w 3461098"/>
              <a:gd name="connsiteY5" fmla="*/ 418966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25529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20778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9194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342698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163946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162040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0363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9252"/>
              <a:gd name="connsiteX1" fmla="*/ 36262 w 3457565"/>
              <a:gd name="connsiteY1" fmla="*/ 2272 h 419252"/>
              <a:gd name="connsiteX2" fmla="*/ 3421024 w 3457565"/>
              <a:gd name="connsiteY2" fmla="*/ 367 h 419252"/>
              <a:gd name="connsiteX3" fmla="*/ 3457288 w 3457565"/>
              <a:gd name="connsiteY3" fmla="*/ 40440 h 419252"/>
              <a:gd name="connsiteX4" fmla="*/ 3457286 w 3457565"/>
              <a:gd name="connsiteY4" fmla="*/ 196013 h 419252"/>
              <a:gd name="connsiteX5" fmla="*/ 3192424 w 3457565"/>
              <a:gd name="connsiteY5" fmla="*/ 417061 h 419252"/>
              <a:gd name="connsiteX6" fmla="*/ 242094 w 3457565"/>
              <a:gd name="connsiteY6" fmla="*/ 418966 h 419252"/>
              <a:gd name="connsiteX7" fmla="*/ 0 w 3457565"/>
              <a:gd name="connsiteY7" fmla="*/ 192202 h 419252"/>
              <a:gd name="connsiteX8" fmla="*/ 634 w 3457565"/>
              <a:gd name="connsiteY8" fmla="*/ 30280 h 419252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374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3740 h 417643"/>
              <a:gd name="connsiteX0" fmla="*/ 634 w 3457565"/>
              <a:gd name="connsiteY0" fmla="*/ 3755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7550 h 417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57565" h="417643">
                <a:moveTo>
                  <a:pt x="634" y="37550"/>
                </a:moveTo>
                <a:cubicBezTo>
                  <a:pt x="634" y="-4572"/>
                  <a:pt x="-5860" y="1922"/>
                  <a:pt x="36262" y="1922"/>
                </a:cubicBezTo>
                <a:lnTo>
                  <a:pt x="3421024" y="17"/>
                </a:lnTo>
                <a:cubicBezTo>
                  <a:pt x="3463146" y="17"/>
                  <a:pt x="3457288" y="-2032"/>
                  <a:pt x="3457288" y="40090"/>
                </a:cubicBezTo>
                <a:cubicBezTo>
                  <a:pt x="3457923" y="91948"/>
                  <a:pt x="3456651" y="143805"/>
                  <a:pt x="3457286" y="195663"/>
                </a:cubicBezTo>
                <a:cubicBezTo>
                  <a:pt x="3438236" y="363515"/>
                  <a:pt x="3278361" y="426236"/>
                  <a:pt x="3192424" y="416711"/>
                </a:cubicBezTo>
                <a:lnTo>
                  <a:pt x="264967" y="416711"/>
                </a:lnTo>
                <a:cubicBezTo>
                  <a:pt x="163757" y="426236"/>
                  <a:pt x="9530" y="344465"/>
                  <a:pt x="0" y="191852"/>
                </a:cubicBezTo>
                <a:cubicBezTo>
                  <a:pt x="847" y="87713"/>
                  <a:pt x="-213" y="141689"/>
                  <a:pt x="634" y="375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5A0121-8CF2-5C7D-EF49-9F4D052B8979}"/>
              </a:ext>
            </a:extLst>
          </p:cNvPr>
          <p:cNvSpPr txBox="1"/>
          <p:nvPr/>
        </p:nvSpPr>
        <p:spPr>
          <a:xfrm>
            <a:off x="5732595" y="305365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会员卡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041EBCD-F95B-5AFD-4606-6F928AEFA79E}"/>
              </a:ext>
            </a:extLst>
          </p:cNvPr>
          <p:cNvSpPr/>
          <p:nvPr/>
        </p:nvSpPr>
        <p:spPr>
          <a:xfrm>
            <a:off x="7120108" y="342725"/>
            <a:ext cx="618621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F714FD-D80E-F473-8B2A-98795AB51DD7}"/>
              </a:ext>
            </a:extLst>
          </p:cNvPr>
          <p:cNvCxnSpPr>
            <a:cxnSpLocks/>
          </p:cNvCxnSpPr>
          <p:nvPr/>
        </p:nvCxnSpPr>
        <p:spPr>
          <a:xfrm>
            <a:off x="7429355" y="383726"/>
            <a:ext cx="63" cy="16047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A5C04B5-3CF6-8B9B-42F3-05B19C220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543" y="393486"/>
            <a:ext cx="131536" cy="131536"/>
          </a:xfrm>
          <a:prstGeom prst="rect">
            <a:avLst/>
          </a:prstGeom>
        </p:spPr>
      </p:pic>
      <p:pic>
        <p:nvPicPr>
          <p:cNvPr id="8" name="Picture 7" descr="A row of dots on a black background&#10;&#10;AI-generated content may be incorrect.">
            <a:extLst>
              <a:ext uri="{FF2B5EF4-FFF2-40B4-BE49-F238E27FC236}">
                <a16:creationId xmlns:a16="http://schemas.microsoft.com/office/drawing/2014/main" id="{E007A08F-24AD-7BB5-3007-3FCD6A5B28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4317" y="390331"/>
            <a:ext cx="146304" cy="14630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FEA4055-1311-1892-55E8-045B504AB1FC}"/>
              </a:ext>
            </a:extLst>
          </p:cNvPr>
          <p:cNvSpPr txBox="1"/>
          <p:nvPr/>
        </p:nvSpPr>
        <p:spPr>
          <a:xfrm>
            <a:off x="22860" y="0"/>
            <a:ext cx="9140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profile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BFEB8A3-64E8-C35B-8A76-0065AEC98854}"/>
              </a:ext>
            </a:extLst>
          </p:cNvPr>
          <p:cNvSpPr/>
          <p:nvPr/>
        </p:nvSpPr>
        <p:spPr>
          <a:xfrm>
            <a:off x="4483080" y="740048"/>
            <a:ext cx="3222243" cy="1448908"/>
          </a:xfrm>
          <a:prstGeom prst="roundRect">
            <a:avLst>
              <a:gd name="adj" fmla="val 6776"/>
            </a:avLst>
          </a:prstGeom>
          <a:gradFill>
            <a:gsLst>
              <a:gs pos="0">
                <a:srgbClr val="E3C19E"/>
              </a:gs>
              <a:gs pos="100000">
                <a:srgbClr val="DCA87B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60259E1-2299-A898-E3E2-6707D4CF936A}"/>
              </a:ext>
            </a:extLst>
          </p:cNvPr>
          <p:cNvSpPr/>
          <p:nvPr/>
        </p:nvSpPr>
        <p:spPr>
          <a:xfrm>
            <a:off x="4483081" y="739598"/>
            <a:ext cx="3225837" cy="1170481"/>
          </a:xfrm>
          <a:prstGeom prst="roundRect">
            <a:avLst>
              <a:gd name="adj" fmla="val 9337"/>
            </a:avLst>
          </a:prstGeom>
          <a:solidFill>
            <a:srgbClr val="2820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A person in a suit and tie&#10;&#10;AI-generated content may be incorrect.">
            <a:extLst>
              <a:ext uri="{FF2B5EF4-FFF2-40B4-BE49-F238E27FC236}">
                <a16:creationId xmlns:a16="http://schemas.microsoft.com/office/drawing/2014/main" id="{4E174DF1-0B3C-4BCE-3016-21997F07CF0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3642" y="974944"/>
            <a:ext cx="411480" cy="411480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C46815B8-2AA7-1310-2DC4-126663A0DC89}"/>
              </a:ext>
            </a:extLst>
          </p:cNvPr>
          <p:cNvSpPr/>
          <p:nvPr/>
        </p:nvSpPr>
        <p:spPr>
          <a:xfrm>
            <a:off x="4999675" y="1230976"/>
            <a:ext cx="155448" cy="155448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blue symbol with a male symbol&#10;&#10;AI-generated content may be incorrect.">
            <a:extLst>
              <a:ext uri="{FF2B5EF4-FFF2-40B4-BE49-F238E27FC236}">
                <a16:creationId xmlns:a16="http://schemas.microsoft.com/office/drawing/2014/main" id="{8DF9FE35-18E9-62AF-F5A9-BB40AEB56A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1679" y="1262980"/>
            <a:ext cx="91440" cy="91440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74135DB3-D3B4-0135-C85E-F2773C256CC4}"/>
              </a:ext>
            </a:extLst>
          </p:cNvPr>
          <p:cNvGrpSpPr/>
          <p:nvPr/>
        </p:nvGrpSpPr>
        <p:grpSpPr>
          <a:xfrm>
            <a:off x="5206021" y="977060"/>
            <a:ext cx="795118" cy="253916"/>
            <a:chOff x="5202425" y="1003999"/>
            <a:chExt cx="795118" cy="253916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5DD3284-3613-BCC8-8A49-12A204C21C2C}"/>
                </a:ext>
              </a:extLst>
            </p:cNvPr>
            <p:cNvSpPr txBox="1"/>
            <p:nvPr/>
          </p:nvSpPr>
          <p:spPr>
            <a:xfrm>
              <a:off x="5202425" y="1003999"/>
              <a:ext cx="74930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50" b="1" dirty="0">
                  <a:solidFill>
                    <a:srgbClr val="FDEBD9"/>
                  </a:solidFill>
                  <a:latin typeface="Aptos Narrow" panose="020B0004020202020204" pitchFamily="34" charset="0"/>
                  <a:cs typeface="Arial" panose="020B0604020202020204" pitchFamily="34" charset="0"/>
                </a:rPr>
                <a:t>会员昵称</a:t>
              </a:r>
              <a:endParaRPr lang="en-US" sz="1050" b="1" dirty="0">
                <a:solidFill>
                  <a:srgbClr val="FDEBD9"/>
                </a:solidFill>
                <a:latin typeface="Aptos Narrow" panose="020B00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4" name="Picture 23" descr="A white pencil with black background&#10;&#10;AI-generated content may be incorrect.">
              <a:extLst>
                <a:ext uri="{FF2B5EF4-FFF2-40B4-BE49-F238E27FC236}">
                  <a16:creationId xmlns:a16="http://schemas.microsoft.com/office/drawing/2014/main" id="{10B7F5B4-4D36-2389-3BB0-4EEF4A1424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69527" y="1066949"/>
              <a:ext cx="128016" cy="128016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2BB76B3-2B18-CEE8-47F3-17341290C70D}"/>
              </a:ext>
            </a:extLst>
          </p:cNvPr>
          <p:cNvGrpSpPr/>
          <p:nvPr/>
        </p:nvGrpSpPr>
        <p:grpSpPr>
          <a:xfrm>
            <a:off x="5371944" y="1221110"/>
            <a:ext cx="338554" cy="184666"/>
            <a:chOff x="5351030" y="1238183"/>
            <a:chExt cx="338554" cy="184666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63802685-BEFE-7089-6726-2A69A762208F}"/>
                </a:ext>
              </a:extLst>
            </p:cNvPr>
            <p:cNvSpPr/>
            <p:nvPr/>
          </p:nvSpPr>
          <p:spPr>
            <a:xfrm>
              <a:off x="5400040" y="1289919"/>
              <a:ext cx="240535" cy="86360"/>
            </a:xfrm>
            <a:prstGeom prst="roundRect">
              <a:avLst>
                <a:gd name="adj" fmla="val 44118"/>
              </a:avLst>
            </a:prstGeom>
            <a:solidFill>
              <a:srgbClr val="A475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054E45D-5F7B-AAE6-CB2C-0CBA82E922B5}"/>
                </a:ext>
              </a:extLst>
            </p:cNvPr>
            <p:cNvSpPr txBox="1"/>
            <p:nvPr/>
          </p:nvSpPr>
          <p:spPr>
            <a:xfrm>
              <a:off x="5351030" y="1238183"/>
              <a:ext cx="338554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600" b="1" dirty="0">
                  <a:solidFill>
                    <a:schemeClr val="bg1"/>
                  </a:solidFill>
                  <a:latin typeface="Aptos Narrow" panose="020B0004020202020204" pitchFamily="34" charset="0"/>
                  <a:cs typeface="Arial" panose="020B0604020202020204" pitchFamily="34" charset="0"/>
                </a:rPr>
                <a:t>普通</a:t>
              </a:r>
              <a:endParaRPr lang="en-US" sz="600" b="1" dirty="0">
                <a:solidFill>
                  <a:schemeClr val="bg1"/>
                </a:solidFill>
                <a:latin typeface="Aptos Narrow" panose="020B00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32" name="Picture 31" descr="A yellow diamond with black lines&#10;&#10;AI-generated content may be incorrect.">
            <a:extLst>
              <a:ext uri="{FF2B5EF4-FFF2-40B4-BE49-F238E27FC236}">
                <a16:creationId xmlns:a16="http://schemas.microsoft.com/office/drawing/2014/main" id="{6FEBEE12-AA18-2DE9-6246-CA292B4CCD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357" y="1258408"/>
            <a:ext cx="100584" cy="100584"/>
          </a:xfrm>
          <a:prstGeom prst="rect">
            <a:avLst/>
          </a:prstGeom>
        </p:spPr>
      </p:pic>
      <p:pic>
        <p:nvPicPr>
          <p:cNvPr id="35" name="Picture 34" descr="A qr code on a black background&#10;&#10;AI-generated content may be incorrect.">
            <a:extLst>
              <a:ext uri="{FF2B5EF4-FFF2-40B4-BE49-F238E27FC236}">
                <a16:creationId xmlns:a16="http://schemas.microsoft.com/office/drawing/2014/main" id="{4D149621-81EB-BA13-E0DC-065F72E6729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1851" y="1040010"/>
            <a:ext cx="181100" cy="18110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AD60D3C1-27D5-B687-AC53-0213E7E95B58}"/>
              </a:ext>
            </a:extLst>
          </p:cNvPr>
          <p:cNvSpPr txBox="1"/>
          <p:nvPr/>
        </p:nvSpPr>
        <p:spPr>
          <a:xfrm>
            <a:off x="7139339" y="1216367"/>
            <a:ext cx="41861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" b="1" dirty="0">
                <a:solidFill>
                  <a:srgbClr val="FDEBD9"/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会员码</a:t>
            </a:r>
            <a:endParaRPr lang="en-US" sz="600" b="1" dirty="0">
              <a:solidFill>
                <a:srgbClr val="FDEBD9"/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885F27F-304F-0416-00EF-BFA927CF479B}"/>
              </a:ext>
            </a:extLst>
          </p:cNvPr>
          <p:cNvSpPr txBox="1"/>
          <p:nvPr/>
        </p:nvSpPr>
        <p:spPr>
          <a:xfrm>
            <a:off x="4651948" y="1555296"/>
            <a:ext cx="7493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DEBD9"/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A888 8888</a:t>
            </a:r>
            <a:endParaRPr lang="en-US" sz="1000" b="1" dirty="0">
              <a:solidFill>
                <a:srgbClr val="FDEBD9"/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ED54C44-FA64-3767-2A4C-3D263FEEB41E}"/>
              </a:ext>
            </a:extLst>
          </p:cNvPr>
          <p:cNvSpPr txBox="1"/>
          <p:nvPr/>
        </p:nvSpPr>
        <p:spPr>
          <a:xfrm>
            <a:off x="4651948" y="1937511"/>
            <a:ext cx="11875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b="1" dirty="0">
                <a:solidFill>
                  <a:srgbClr val="28201D"/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尊享更多等级权益</a:t>
            </a:r>
            <a:endParaRPr lang="en-US" sz="800" b="1" dirty="0">
              <a:solidFill>
                <a:srgbClr val="28201D"/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9E9E5A7-5954-C7B5-9203-1A0FFEF8CFCA}"/>
              </a:ext>
            </a:extLst>
          </p:cNvPr>
          <p:cNvSpPr/>
          <p:nvPr/>
        </p:nvSpPr>
        <p:spPr>
          <a:xfrm>
            <a:off x="6989704" y="1957685"/>
            <a:ext cx="526839" cy="182880"/>
          </a:xfrm>
          <a:prstGeom prst="roundRect">
            <a:avLst>
              <a:gd name="adj" fmla="val 50000"/>
            </a:avLst>
          </a:prstGeom>
          <a:solidFill>
            <a:srgbClr val="2820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3A8D898-A9D3-F593-EE3B-A2235A2C159F}"/>
              </a:ext>
            </a:extLst>
          </p:cNvPr>
          <p:cNvSpPr txBox="1"/>
          <p:nvPr/>
        </p:nvSpPr>
        <p:spPr>
          <a:xfrm>
            <a:off x="6986109" y="1951065"/>
            <a:ext cx="57184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solidFill>
                  <a:srgbClr val="FDEBD9"/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了解详情</a:t>
            </a:r>
            <a:endParaRPr lang="en-US" sz="700" b="1" dirty="0">
              <a:solidFill>
                <a:srgbClr val="FDEBD9"/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6DDDDEA-A617-A9E9-8B30-79EED1E26096}"/>
              </a:ext>
            </a:extLst>
          </p:cNvPr>
          <p:cNvSpPr/>
          <p:nvPr/>
        </p:nvSpPr>
        <p:spPr>
          <a:xfrm>
            <a:off x="4486880" y="2247729"/>
            <a:ext cx="3222243" cy="486018"/>
          </a:xfrm>
          <a:prstGeom prst="roundRect">
            <a:avLst/>
          </a:prstGeom>
          <a:solidFill>
            <a:srgbClr val="1630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6B6118F-ECBA-A421-E5BF-49A120858662}"/>
              </a:ext>
            </a:extLst>
          </p:cNvPr>
          <p:cNvSpPr/>
          <p:nvPr/>
        </p:nvSpPr>
        <p:spPr>
          <a:xfrm>
            <a:off x="4747442" y="2350914"/>
            <a:ext cx="274320" cy="274320"/>
          </a:xfrm>
          <a:prstGeom prst="ellipse">
            <a:avLst/>
          </a:prstGeom>
          <a:solidFill>
            <a:srgbClr val="28556E">
              <a:alpha val="69804"/>
            </a:srgbClr>
          </a:solidFill>
          <a:ln w="6350">
            <a:solidFill>
              <a:srgbClr val="FDEB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A white crown with dots&#10;&#10;AI-generated content may be incorrect.">
            <a:extLst>
              <a:ext uri="{FF2B5EF4-FFF2-40B4-BE49-F238E27FC236}">
                <a16:creationId xmlns:a16="http://schemas.microsoft.com/office/drawing/2014/main" id="{ACE61938-7456-6285-2382-37910C9D692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022" y="2421087"/>
            <a:ext cx="137160" cy="137160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DE04699B-3D28-041A-3727-EC4FDCB56200}"/>
              </a:ext>
            </a:extLst>
          </p:cNvPr>
          <p:cNvGrpSpPr/>
          <p:nvPr/>
        </p:nvGrpSpPr>
        <p:grpSpPr>
          <a:xfrm>
            <a:off x="5066494" y="2294299"/>
            <a:ext cx="1923415" cy="387549"/>
            <a:chOff x="5062694" y="2385528"/>
            <a:chExt cx="1923415" cy="387549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D3D37F0-557C-6DEF-CDC2-D253A6946BBD}"/>
                </a:ext>
              </a:extLst>
            </p:cNvPr>
            <p:cNvSpPr txBox="1"/>
            <p:nvPr/>
          </p:nvSpPr>
          <p:spPr>
            <a:xfrm>
              <a:off x="5062694" y="2385528"/>
              <a:ext cx="87443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b="1" dirty="0">
                  <a:solidFill>
                    <a:srgbClr val="FDEBD9"/>
                  </a:solidFill>
                  <a:latin typeface="Aptos Narrow" panose="020B0004020202020204" pitchFamily="34" charset="0"/>
                  <a:cs typeface="Arial" panose="020B0604020202020204" pitchFamily="34" charset="0"/>
                </a:rPr>
                <a:t>示例会员卡</a:t>
              </a:r>
              <a:endParaRPr lang="en-US" sz="1000" b="1" dirty="0">
                <a:solidFill>
                  <a:srgbClr val="FDEBD9"/>
                </a:solidFill>
                <a:latin typeface="Aptos Narrow" panose="020B00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2F810CE-CAA9-95DB-71D0-4620174A3B1C}"/>
                </a:ext>
              </a:extLst>
            </p:cNvPr>
            <p:cNvSpPr txBox="1"/>
            <p:nvPr/>
          </p:nvSpPr>
          <p:spPr>
            <a:xfrm>
              <a:off x="5069193" y="2557633"/>
              <a:ext cx="19169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solidFill>
                    <a:srgbClr val="FDEBD9"/>
                  </a:solidFill>
                  <a:latin typeface="Aptos Narrow" panose="020B0004020202020204" pitchFamily="34" charset="0"/>
                  <a:cs typeface="Arial" panose="020B0604020202020204" pitchFamily="34" charset="0"/>
                </a:rPr>
                <a:t>开通即得</a:t>
              </a:r>
              <a:r>
                <a:rPr lang="en-US" altLang="zh-CN" sz="800" dirty="0">
                  <a:solidFill>
                    <a:srgbClr val="FDEBD9"/>
                  </a:solidFill>
                  <a:latin typeface="Aptos Narrow" panose="020B0004020202020204" pitchFamily="34" charset="0"/>
                  <a:cs typeface="Arial" panose="020B0604020202020204" pitchFamily="34" charset="0"/>
                </a:rPr>
                <a:t>-</a:t>
              </a:r>
              <a:r>
                <a:rPr lang="zh-CN" altLang="en-US" sz="800" dirty="0">
                  <a:solidFill>
                    <a:srgbClr val="FDEBD9"/>
                  </a:solidFill>
                  <a:latin typeface="Aptos Narrow" panose="020B0004020202020204" pitchFamily="34" charset="0"/>
                  <a:cs typeface="Arial" panose="020B0604020202020204" pitchFamily="34" charset="0"/>
                </a:rPr>
                <a:t>元余额，尊享</a:t>
              </a:r>
              <a:r>
                <a:rPr lang="en-US" altLang="zh-CN" sz="800" dirty="0">
                  <a:solidFill>
                    <a:srgbClr val="FDEBD9"/>
                  </a:solidFill>
                  <a:latin typeface="Aptos Narrow" panose="020B0004020202020204" pitchFamily="34" charset="0"/>
                  <a:cs typeface="Arial" panose="020B0604020202020204" pitchFamily="34" charset="0"/>
                </a:rPr>
                <a:t>-</a:t>
              </a:r>
              <a:r>
                <a:rPr lang="zh-CN" altLang="en-US" sz="800" dirty="0">
                  <a:solidFill>
                    <a:srgbClr val="FDEBD9"/>
                  </a:solidFill>
                  <a:latin typeface="Aptos Narrow" panose="020B0004020202020204" pitchFamily="34" charset="0"/>
                  <a:cs typeface="Arial" panose="020B0604020202020204" pitchFamily="34" charset="0"/>
                </a:rPr>
                <a:t>大权益</a:t>
              </a:r>
              <a:endParaRPr lang="en-US" sz="800" dirty="0">
                <a:solidFill>
                  <a:srgbClr val="FDEBD9"/>
                </a:solidFill>
                <a:latin typeface="Aptos Narrow" panose="020B00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8A67D358-BD7D-0D10-467D-BB8B77C8E4B6}"/>
              </a:ext>
            </a:extLst>
          </p:cNvPr>
          <p:cNvSpPr/>
          <p:nvPr/>
        </p:nvSpPr>
        <p:spPr>
          <a:xfrm>
            <a:off x="7005626" y="2375853"/>
            <a:ext cx="469019" cy="226207"/>
          </a:xfrm>
          <a:prstGeom prst="roundRect">
            <a:avLst>
              <a:gd name="adj" fmla="val 50000"/>
            </a:avLst>
          </a:prstGeom>
          <a:gradFill>
            <a:gsLst>
              <a:gs pos="28000">
                <a:srgbClr val="E3C19E"/>
              </a:gs>
              <a:gs pos="100000">
                <a:srgbClr val="DCA87B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FE7A3F1-607C-343C-FD5B-4B68F31F3B74}"/>
              </a:ext>
            </a:extLst>
          </p:cNvPr>
          <p:cNvSpPr txBox="1"/>
          <p:nvPr/>
        </p:nvSpPr>
        <p:spPr>
          <a:xfrm>
            <a:off x="7037461" y="2371228"/>
            <a:ext cx="4335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>
                <a:solidFill>
                  <a:srgbClr val="8C3202"/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开通</a:t>
            </a:r>
            <a:endParaRPr lang="en-US" sz="900" dirty="0">
              <a:solidFill>
                <a:srgbClr val="8C3202"/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1F7ADA29-1728-4CAD-E1FE-B9AF221B91D5}"/>
              </a:ext>
            </a:extLst>
          </p:cNvPr>
          <p:cNvSpPr/>
          <p:nvPr/>
        </p:nvSpPr>
        <p:spPr>
          <a:xfrm>
            <a:off x="4488735" y="2796350"/>
            <a:ext cx="1018561" cy="1003654"/>
          </a:xfrm>
          <a:prstGeom prst="roundRect">
            <a:avLst>
              <a:gd name="adj" fmla="val 726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FDF775C9-E7DC-23B2-D97C-2BDA295661BF}"/>
              </a:ext>
            </a:extLst>
          </p:cNvPr>
          <p:cNvSpPr/>
          <p:nvPr/>
        </p:nvSpPr>
        <p:spPr>
          <a:xfrm>
            <a:off x="6686260" y="2799607"/>
            <a:ext cx="1018561" cy="1003654"/>
          </a:xfrm>
          <a:prstGeom prst="roundRect">
            <a:avLst>
              <a:gd name="adj" fmla="val 726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F2EBDDC2-C55D-31B8-A7DA-6F7C9586421A}"/>
              </a:ext>
            </a:extLst>
          </p:cNvPr>
          <p:cNvSpPr/>
          <p:nvPr/>
        </p:nvSpPr>
        <p:spPr>
          <a:xfrm>
            <a:off x="5590576" y="2796350"/>
            <a:ext cx="1018561" cy="1003654"/>
          </a:xfrm>
          <a:prstGeom prst="roundRect">
            <a:avLst>
              <a:gd name="adj" fmla="val 726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0D2CEA6-52B1-74B3-D690-DB2B5959370D}"/>
              </a:ext>
            </a:extLst>
          </p:cNvPr>
          <p:cNvSpPr/>
          <p:nvPr/>
        </p:nvSpPr>
        <p:spPr>
          <a:xfrm>
            <a:off x="5936758" y="2909514"/>
            <a:ext cx="320040" cy="320040"/>
          </a:xfrm>
          <a:prstGeom prst="ellipse">
            <a:avLst/>
          </a:prstGeom>
          <a:solidFill>
            <a:srgbClr val="FFF7E5">
              <a:alpha val="80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80C4346-6CC6-3CBD-890F-E514B7BC5A58}"/>
              </a:ext>
            </a:extLst>
          </p:cNvPr>
          <p:cNvSpPr/>
          <p:nvPr/>
        </p:nvSpPr>
        <p:spPr>
          <a:xfrm>
            <a:off x="4835008" y="2903549"/>
            <a:ext cx="320040" cy="320040"/>
          </a:xfrm>
          <a:prstGeom prst="ellipse">
            <a:avLst/>
          </a:prstGeom>
          <a:solidFill>
            <a:srgbClr val="FFF7E5">
              <a:alpha val="80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0" name="Picture 59" descr="A yellow star on a black background&#10;&#10;AI-generated content may be incorrect.">
            <a:extLst>
              <a:ext uri="{FF2B5EF4-FFF2-40B4-BE49-F238E27FC236}">
                <a16:creationId xmlns:a16="http://schemas.microsoft.com/office/drawing/2014/main" id="{C7D19E58-9ADF-3802-667E-CCDB7CFEEC8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3588" y="2968575"/>
            <a:ext cx="182880" cy="182880"/>
          </a:xfrm>
          <a:prstGeom prst="rect">
            <a:avLst/>
          </a:prstGeom>
        </p:spPr>
      </p:pic>
      <p:sp>
        <p:nvSpPr>
          <p:cNvPr id="61" name="Oval 60">
            <a:extLst>
              <a:ext uri="{FF2B5EF4-FFF2-40B4-BE49-F238E27FC236}">
                <a16:creationId xmlns:a16="http://schemas.microsoft.com/office/drawing/2014/main" id="{695AE5E8-05C1-744D-3914-1C5F9D06FE84}"/>
              </a:ext>
            </a:extLst>
          </p:cNvPr>
          <p:cNvSpPr/>
          <p:nvPr/>
        </p:nvSpPr>
        <p:spPr>
          <a:xfrm>
            <a:off x="7039317" y="2905775"/>
            <a:ext cx="320040" cy="320040"/>
          </a:xfrm>
          <a:prstGeom prst="ellipse">
            <a:avLst/>
          </a:prstGeom>
          <a:solidFill>
            <a:srgbClr val="FFF7E5">
              <a:alpha val="80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3" name="Picture 62" descr="A yellow and black credit card&#10;&#10;AI-generated content may be incorrect.">
            <a:extLst>
              <a:ext uri="{FF2B5EF4-FFF2-40B4-BE49-F238E27FC236}">
                <a16:creationId xmlns:a16="http://schemas.microsoft.com/office/drawing/2014/main" id="{55B58B69-E9E1-6714-8E46-DFA82ADAE37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5338" y="2978094"/>
            <a:ext cx="182880" cy="18288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E7BC0F1E-58B0-3BA5-D84D-8BEDC634F17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04100" y="2973874"/>
            <a:ext cx="182880" cy="182880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8055079B-EC5B-15A9-6651-90102AF917BF}"/>
              </a:ext>
            </a:extLst>
          </p:cNvPr>
          <p:cNvSpPr txBox="1"/>
          <p:nvPr/>
        </p:nvSpPr>
        <p:spPr>
          <a:xfrm>
            <a:off x="4793168" y="3224733"/>
            <a:ext cx="4037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b="1" dirty="0">
                <a:solidFill>
                  <a:schemeClr val="bg1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积分</a:t>
            </a:r>
            <a:endParaRPr lang="en-US" sz="800" b="1" dirty="0">
              <a:solidFill>
                <a:schemeClr val="bg1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C62808D-6550-38D3-BA38-B674C27CB6EA}"/>
              </a:ext>
            </a:extLst>
          </p:cNvPr>
          <p:cNvSpPr txBox="1"/>
          <p:nvPr/>
        </p:nvSpPr>
        <p:spPr>
          <a:xfrm>
            <a:off x="5904152" y="3224406"/>
            <a:ext cx="4037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b="1" dirty="0">
                <a:solidFill>
                  <a:schemeClr val="bg1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卡项</a:t>
            </a:r>
            <a:endParaRPr lang="en-US" sz="800" b="1" dirty="0">
              <a:solidFill>
                <a:schemeClr val="bg1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DF7FCE3-8749-A5FC-E319-12FFDD84B664}"/>
              </a:ext>
            </a:extLst>
          </p:cNvPr>
          <p:cNvSpPr txBox="1"/>
          <p:nvPr/>
        </p:nvSpPr>
        <p:spPr>
          <a:xfrm>
            <a:off x="6948344" y="3230055"/>
            <a:ext cx="5007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b="1" dirty="0">
                <a:solidFill>
                  <a:schemeClr val="bg1">
                    <a:lumMod val="50000"/>
                  </a:schemeClr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优惠卷</a:t>
            </a:r>
            <a:endParaRPr lang="en-US" sz="800" b="1" dirty="0">
              <a:solidFill>
                <a:schemeClr val="bg1">
                  <a:lumMod val="50000"/>
                </a:schemeClr>
              </a:solidFill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EEAB2C0-AD40-FC72-B1B0-A970D52E7B4B}"/>
              </a:ext>
            </a:extLst>
          </p:cNvPr>
          <p:cNvSpPr txBox="1"/>
          <p:nvPr/>
        </p:nvSpPr>
        <p:spPr>
          <a:xfrm>
            <a:off x="4838591" y="3400607"/>
            <a:ext cx="312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ptos Narrow" panose="020B0004020202020204" pitchFamily="34" charset="0"/>
                <a:cs typeface="Arial" panose="020B0604020202020204" pitchFamily="34" charset="0"/>
              </a:rPr>
              <a:t>0</a:t>
            </a:r>
            <a:endParaRPr lang="en-US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FAA8557-B181-EC02-D2C8-31980484C84C}"/>
              </a:ext>
            </a:extLst>
          </p:cNvPr>
          <p:cNvSpPr txBox="1"/>
          <p:nvPr/>
        </p:nvSpPr>
        <p:spPr>
          <a:xfrm>
            <a:off x="5944127" y="3402490"/>
            <a:ext cx="312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ptos Narrow" panose="020B0004020202020204" pitchFamily="34" charset="0"/>
                <a:cs typeface="Arial" panose="020B0604020202020204" pitchFamily="34" charset="0"/>
              </a:rPr>
              <a:t>0</a:t>
            </a:r>
            <a:endParaRPr lang="en-US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3A180C7-9509-8D4A-5CDA-F0A9256332DC}"/>
              </a:ext>
            </a:extLst>
          </p:cNvPr>
          <p:cNvSpPr txBox="1"/>
          <p:nvPr/>
        </p:nvSpPr>
        <p:spPr>
          <a:xfrm>
            <a:off x="7044641" y="3400607"/>
            <a:ext cx="312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ptos Narrow" panose="020B0004020202020204" pitchFamily="34" charset="0"/>
                <a:cs typeface="Arial" panose="020B0604020202020204" pitchFamily="34" charset="0"/>
              </a:rPr>
              <a:t>0</a:t>
            </a:r>
            <a:endParaRPr lang="en-US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68EC7B45-7DFC-98D5-A5CF-E0552CDD724B}"/>
              </a:ext>
            </a:extLst>
          </p:cNvPr>
          <p:cNvSpPr/>
          <p:nvPr/>
        </p:nvSpPr>
        <p:spPr>
          <a:xfrm>
            <a:off x="4486056" y="3866219"/>
            <a:ext cx="3216086" cy="2337363"/>
          </a:xfrm>
          <a:prstGeom prst="roundRect">
            <a:avLst>
              <a:gd name="adj" fmla="val 318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06559E5-684E-4822-E131-EF2412350837}"/>
              </a:ext>
            </a:extLst>
          </p:cNvPr>
          <p:cNvSpPr/>
          <p:nvPr/>
        </p:nvSpPr>
        <p:spPr>
          <a:xfrm>
            <a:off x="4366403" y="254479"/>
            <a:ext cx="3459193" cy="6349042"/>
          </a:xfrm>
          <a:prstGeom prst="roundRect">
            <a:avLst>
              <a:gd name="adj" fmla="val 744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D3E1D517-7CC4-2086-1890-9B651F4CBDE1}"/>
              </a:ext>
            </a:extLst>
          </p:cNvPr>
          <p:cNvSpPr/>
          <p:nvPr/>
        </p:nvSpPr>
        <p:spPr>
          <a:xfrm>
            <a:off x="4489857" y="3866163"/>
            <a:ext cx="1063469" cy="786882"/>
          </a:xfrm>
          <a:prstGeom prst="roundRect">
            <a:avLst>
              <a:gd name="adj" fmla="val 726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BB0FAD93-9770-1CAD-8F02-6E03E782DB34}"/>
              </a:ext>
            </a:extLst>
          </p:cNvPr>
          <p:cNvSpPr/>
          <p:nvPr/>
        </p:nvSpPr>
        <p:spPr>
          <a:xfrm>
            <a:off x="6638673" y="3859835"/>
            <a:ext cx="1063469" cy="786882"/>
          </a:xfrm>
          <a:prstGeom prst="roundRect">
            <a:avLst>
              <a:gd name="adj" fmla="val 726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22510F8D-4AAC-D8D9-9B10-B20286C3EDB5}"/>
              </a:ext>
            </a:extLst>
          </p:cNvPr>
          <p:cNvSpPr/>
          <p:nvPr/>
        </p:nvSpPr>
        <p:spPr>
          <a:xfrm>
            <a:off x="5564265" y="3866219"/>
            <a:ext cx="1063469" cy="786882"/>
          </a:xfrm>
          <a:prstGeom prst="roundRect">
            <a:avLst>
              <a:gd name="adj" fmla="val 726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" name="Picture 7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EBECD34-5E23-5026-F8D9-4DC4D71FD2F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5492" y="3988763"/>
            <a:ext cx="274320" cy="274320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31FB54A1-B646-564A-4048-994C90FA7A92}"/>
              </a:ext>
            </a:extLst>
          </p:cNvPr>
          <p:cNvSpPr txBox="1"/>
          <p:nvPr/>
        </p:nvSpPr>
        <p:spPr>
          <a:xfrm>
            <a:off x="4714070" y="4332562"/>
            <a:ext cx="6137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Aptos Narrow" panose="020B0004020202020204" pitchFamily="34" charset="0"/>
                <a:cs typeface="Arial" panose="020B0604020202020204" pitchFamily="34" charset="0"/>
              </a:rPr>
              <a:t>我的订单</a:t>
            </a:r>
            <a:endParaRPr lang="en-US" sz="800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A1D5346F-06E9-FFFF-77D8-517DFB22914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39735" y="3983510"/>
            <a:ext cx="274320" cy="274320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8145DF26-3E3E-4480-96E8-C61FC6747A22}"/>
              </a:ext>
            </a:extLst>
          </p:cNvPr>
          <p:cNvSpPr txBox="1"/>
          <p:nvPr/>
        </p:nvSpPr>
        <p:spPr>
          <a:xfrm>
            <a:off x="5788313" y="4327309"/>
            <a:ext cx="6137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Aptos Narrow" panose="020B0004020202020204" pitchFamily="34" charset="0"/>
                <a:cs typeface="Arial" panose="020B0604020202020204" pitchFamily="34" charset="0"/>
              </a:rPr>
              <a:t>会员充值</a:t>
            </a:r>
            <a:endParaRPr lang="en-US" sz="800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CC62C5A6-258A-0421-8A95-8C4E56981CC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18109" y="3983510"/>
            <a:ext cx="274320" cy="274320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C67033B5-999B-B900-2CD8-6155D39550C2}"/>
              </a:ext>
            </a:extLst>
          </p:cNvPr>
          <p:cNvSpPr txBox="1"/>
          <p:nvPr/>
        </p:nvSpPr>
        <p:spPr>
          <a:xfrm>
            <a:off x="6866687" y="4327309"/>
            <a:ext cx="6137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dirty="0">
                <a:latin typeface="Aptos Narrow" panose="020B0004020202020204" pitchFamily="34" charset="0"/>
                <a:cs typeface="Arial" panose="020B0604020202020204" pitchFamily="34" charset="0"/>
              </a:rPr>
              <a:t>购物车</a:t>
            </a:r>
            <a:endParaRPr lang="en-US" sz="800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0F566E68-9896-9D0F-01D4-7134F83AD87C}"/>
              </a:ext>
            </a:extLst>
          </p:cNvPr>
          <p:cNvSpPr/>
          <p:nvPr/>
        </p:nvSpPr>
        <p:spPr>
          <a:xfrm>
            <a:off x="4489857" y="4661865"/>
            <a:ext cx="1063469" cy="786882"/>
          </a:xfrm>
          <a:prstGeom prst="roundRect">
            <a:avLst>
              <a:gd name="adj" fmla="val 726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5E6054BB-2506-8A2F-0875-FF333667A1B5}"/>
              </a:ext>
            </a:extLst>
          </p:cNvPr>
          <p:cNvSpPr/>
          <p:nvPr/>
        </p:nvSpPr>
        <p:spPr>
          <a:xfrm>
            <a:off x="6638673" y="4655537"/>
            <a:ext cx="1063469" cy="786882"/>
          </a:xfrm>
          <a:prstGeom prst="roundRect">
            <a:avLst>
              <a:gd name="adj" fmla="val 726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777D44A4-88F7-2DE1-F584-E398104E7782}"/>
              </a:ext>
            </a:extLst>
          </p:cNvPr>
          <p:cNvSpPr/>
          <p:nvPr/>
        </p:nvSpPr>
        <p:spPr>
          <a:xfrm>
            <a:off x="5564265" y="4661921"/>
            <a:ext cx="1063469" cy="786882"/>
          </a:xfrm>
          <a:prstGeom prst="roundRect">
            <a:avLst>
              <a:gd name="adj" fmla="val 726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C6D21237-9FB1-14A5-3618-ABCF8388312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65492" y="4784465"/>
            <a:ext cx="274320" cy="274320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9C9EF98B-7454-746E-2A67-DCE829139553}"/>
              </a:ext>
            </a:extLst>
          </p:cNvPr>
          <p:cNvSpPr txBox="1"/>
          <p:nvPr/>
        </p:nvSpPr>
        <p:spPr>
          <a:xfrm>
            <a:off x="4714070" y="5128264"/>
            <a:ext cx="6137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Aptos Narrow" panose="020B0004020202020204" pitchFamily="34" charset="0"/>
                <a:cs typeface="Arial" panose="020B0604020202020204" pitchFamily="34" charset="0"/>
              </a:rPr>
              <a:t>收货地址</a:t>
            </a:r>
            <a:endParaRPr lang="en-US" sz="800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10C5B959-DF5F-1A0F-BF7F-AEE7FDC7CA3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39735" y="4779212"/>
            <a:ext cx="274320" cy="274320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48A3003A-F872-C509-8434-80BC9964599C}"/>
              </a:ext>
            </a:extLst>
          </p:cNvPr>
          <p:cNvSpPr txBox="1"/>
          <p:nvPr/>
        </p:nvSpPr>
        <p:spPr>
          <a:xfrm>
            <a:off x="5788313" y="5123011"/>
            <a:ext cx="6137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Aptos Narrow" panose="020B0004020202020204" pitchFamily="34" charset="0"/>
                <a:cs typeface="Arial" panose="020B0604020202020204" pitchFamily="34" charset="0"/>
              </a:rPr>
              <a:t>积分商城</a:t>
            </a:r>
            <a:endParaRPr lang="en-US" sz="800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E9E7C0D5-2362-4C95-6B61-D0BA06372CA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18109" y="4779212"/>
            <a:ext cx="274320" cy="274320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E830A800-53C3-DF8E-E99F-914FCAECE500}"/>
              </a:ext>
            </a:extLst>
          </p:cNvPr>
          <p:cNvSpPr txBox="1"/>
          <p:nvPr/>
        </p:nvSpPr>
        <p:spPr>
          <a:xfrm>
            <a:off x="6866687" y="5123011"/>
            <a:ext cx="6137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Aptos Narrow" panose="020B0004020202020204" pitchFamily="34" charset="0"/>
                <a:cs typeface="Arial" panose="020B0604020202020204" pitchFamily="34" charset="0"/>
              </a:rPr>
              <a:t>推广有礼</a:t>
            </a:r>
            <a:endParaRPr lang="en-US" sz="800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E75C3E83-78D5-F669-1592-B73E551C618F}"/>
              </a:ext>
            </a:extLst>
          </p:cNvPr>
          <p:cNvSpPr/>
          <p:nvPr/>
        </p:nvSpPr>
        <p:spPr>
          <a:xfrm>
            <a:off x="4482461" y="5459564"/>
            <a:ext cx="1063469" cy="786882"/>
          </a:xfrm>
          <a:prstGeom prst="roundRect">
            <a:avLst>
              <a:gd name="adj" fmla="val 726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526C804F-B291-0EF7-63D4-1E9CABA2A765}"/>
              </a:ext>
            </a:extLst>
          </p:cNvPr>
          <p:cNvSpPr/>
          <p:nvPr/>
        </p:nvSpPr>
        <p:spPr>
          <a:xfrm>
            <a:off x="6631277" y="5453236"/>
            <a:ext cx="1063469" cy="786882"/>
          </a:xfrm>
          <a:prstGeom prst="roundRect">
            <a:avLst>
              <a:gd name="adj" fmla="val 726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5D300920-C347-2B71-0E50-9A68224F42E0}"/>
              </a:ext>
            </a:extLst>
          </p:cNvPr>
          <p:cNvSpPr/>
          <p:nvPr/>
        </p:nvSpPr>
        <p:spPr>
          <a:xfrm>
            <a:off x="5556869" y="5459620"/>
            <a:ext cx="1063469" cy="786882"/>
          </a:xfrm>
          <a:prstGeom prst="roundRect">
            <a:avLst>
              <a:gd name="adj" fmla="val 726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D422FEC0-CB36-D3DB-3C47-32E9B9F84D9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58096" y="5582164"/>
            <a:ext cx="274320" cy="274320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0B70361D-2A9F-5C98-1505-600E9E51380B}"/>
              </a:ext>
            </a:extLst>
          </p:cNvPr>
          <p:cNvSpPr txBox="1"/>
          <p:nvPr/>
        </p:nvSpPr>
        <p:spPr>
          <a:xfrm>
            <a:off x="4706674" y="5925963"/>
            <a:ext cx="6137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Aptos Narrow" panose="020B0004020202020204" pitchFamily="34" charset="0"/>
                <a:cs typeface="Arial" panose="020B0604020202020204" pitchFamily="34" charset="0"/>
              </a:rPr>
              <a:t>我的拼团</a:t>
            </a:r>
            <a:endParaRPr lang="en-US" sz="800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B1F9F0BE-F444-5D8F-088B-9AB72994796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32339" y="5576911"/>
            <a:ext cx="274320" cy="274320"/>
          </a:xfrm>
          <a:prstGeom prst="rect">
            <a:avLst/>
          </a:prstGeom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EAF88BA7-B4FA-50EB-A151-06430B192736}"/>
              </a:ext>
            </a:extLst>
          </p:cNvPr>
          <p:cNvSpPr txBox="1"/>
          <p:nvPr/>
        </p:nvSpPr>
        <p:spPr>
          <a:xfrm>
            <a:off x="5780917" y="5920710"/>
            <a:ext cx="6137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Aptos Narrow" panose="020B0004020202020204" pitchFamily="34" charset="0"/>
                <a:cs typeface="Arial" panose="020B0604020202020204" pitchFamily="34" charset="0"/>
              </a:rPr>
              <a:t>我的消息</a:t>
            </a:r>
            <a:endParaRPr lang="en-US" sz="800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1B31F102-8434-DFC5-9239-AF52C10AF969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10713" y="5576911"/>
            <a:ext cx="274320" cy="274320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18EC35B0-417A-C5D8-C2BB-0809CF4A5928}"/>
              </a:ext>
            </a:extLst>
          </p:cNvPr>
          <p:cNvSpPr txBox="1"/>
          <p:nvPr/>
        </p:nvSpPr>
        <p:spPr>
          <a:xfrm>
            <a:off x="6815776" y="5920710"/>
            <a:ext cx="7007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Aptos Narrow" panose="020B0004020202020204" pitchFamily="34" charset="0"/>
                <a:cs typeface="Arial" panose="020B0604020202020204" pitchFamily="34" charset="0"/>
              </a:rPr>
              <a:t>我的会员卡</a:t>
            </a:r>
            <a:endParaRPr lang="en-US" sz="800" dirty="0"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: Rounded Corners 19">
            <a:extLst>
              <a:ext uri="{FF2B5EF4-FFF2-40B4-BE49-F238E27FC236}">
                <a16:creationId xmlns:a16="http://schemas.microsoft.com/office/drawing/2014/main" id="{08766F84-BEF0-5C28-B3DF-0040200EFAD8}"/>
              </a:ext>
            </a:extLst>
          </p:cNvPr>
          <p:cNvSpPr/>
          <p:nvPr/>
        </p:nvSpPr>
        <p:spPr>
          <a:xfrm>
            <a:off x="4368169" y="6189066"/>
            <a:ext cx="3455661" cy="417641"/>
          </a:xfrm>
          <a:custGeom>
            <a:avLst/>
            <a:gdLst>
              <a:gd name="connsiteX0" fmla="*/ 0 w 3459193"/>
              <a:gd name="connsiteY0" fmla="*/ 76268 h 416694"/>
              <a:gd name="connsiteX1" fmla="*/ 76268 w 3459193"/>
              <a:gd name="connsiteY1" fmla="*/ 0 h 416694"/>
              <a:gd name="connsiteX2" fmla="*/ 3382925 w 3459193"/>
              <a:gd name="connsiteY2" fmla="*/ 0 h 416694"/>
              <a:gd name="connsiteX3" fmla="*/ 3459193 w 3459193"/>
              <a:gd name="connsiteY3" fmla="*/ 76268 h 416694"/>
              <a:gd name="connsiteX4" fmla="*/ 3459193 w 3459193"/>
              <a:gd name="connsiteY4" fmla="*/ 340426 h 416694"/>
              <a:gd name="connsiteX5" fmla="*/ 3382925 w 3459193"/>
              <a:gd name="connsiteY5" fmla="*/ 416694 h 416694"/>
              <a:gd name="connsiteX6" fmla="*/ 76268 w 3459193"/>
              <a:gd name="connsiteY6" fmla="*/ 416694 h 416694"/>
              <a:gd name="connsiteX7" fmla="*/ 0 w 3459193"/>
              <a:gd name="connsiteY7" fmla="*/ 340426 h 416694"/>
              <a:gd name="connsiteX8" fmla="*/ 0 w 3459193"/>
              <a:gd name="connsiteY8" fmla="*/ 76268 h 416694"/>
              <a:gd name="connsiteX0" fmla="*/ 98 w 3459291"/>
              <a:gd name="connsiteY0" fmla="*/ 76268 h 416694"/>
              <a:gd name="connsiteX1" fmla="*/ 38266 w 3459291"/>
              <a:gd name="connsiteY1" fmla="*/ 0 h 416694"/>
              <a:gd name="connsiteX2" fmla="*/ 3383023 w 3459291"/>
              <a:gd name="connsiteY2" fmla="*/ 0 h 416694"/>
              <a:gd name="connsiteX3" fmla="*/ 3459291 w 3459291"/>
              <a:gd name="connsiteY3" fmla="*/ 76268 h 416694"/>
              <a:gd name="connsiteX4" fmla="*/ 3459291 w 3459291"/>
              <a:gd name="connsiteY4" fmla="*/ 340426 h 416694"/>
              <a:gd name="connsiteX5" fmla="*/ 3383023 w 3459291"/>
              <a:gd name="connsiteY5" fmla="*/ 416694 h 416694"/>
              <a:gd name="connsiteX6" fmla="*/ 76366 w 3459291"/>
              <a:gd name="connsiteY6" fmla="*/ 416694 h 416694"/>
              <a:gd name="connsiteX7" fmla="*/ 98 w 3459291"/>
              <a:gd name="connsiteY7" fmla="*/ 340426 h 416694"/>
              <a:gd name="connsiteX8" fmla="*/ 98 w 3459291"/>
              <a:gd name="connsiteY8" fmla="*/ 76268 h 416694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382925 w 3459193"/>
              <a:gd name="connsiteY2" fmla="*/ 2272 h 418966"/>
              <a:gd name="connsiteX3" fmla="*/ 3459193 w 3459193"/>
              <a:gd name="connsiteY3" fmla="*/ 785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470"/>
              <a:gd name="connsiteY0" fmla="*/ 30280 h 418966"/>
              <a:gd name="connsiteX1" fmla="*/ 38168 w 3459470"/>
              <a:gd name="connsiteY1" fmla="*/ 2272 h 418966"/>
              <a:gd name="connsiteX2" fmla="*/ 3422930 w 3459470"/>
              <a:gd name="connsiteY2" fmla="*/ 367 h 418966"/>
              <a:gd name="connsiteX3" fmla="*/ 3459193 w 3459470"/>
              <a:gd name="connsiteY3" fmla="*/ 78540 h 418966"/>
              <a:gd name="connsiteX4" fmla="*/ 3459193 w 3459470"/>
              <a:gd name="connsiteY4" fmla="*/ 342698 h 418966"/>
              <a:gd name="connsiteX5" fmla="*/ 3382925 w 3459470"/>
              <a:gd name="connsiteY5" fmla="*/ 418966 h 418966"/>
              <a:gd name="connsiteX6" fmla="*/ 76268 w 3459470"/>
              <a:gd name="connsiteY6" fmla="*/ 418966 h 418966"/>
              <a:gd name="connsiteX7" fmla="*/ 0 w 3459470"/>
              <a:gd name="connsiteY7" fmla="*/ 342698 h 418966"/>
              <a:gd name="connsiteX8" fmla="*/ 2540 w 3459470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342698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82925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59193"/>
              <a:gd name="connsiteY0" fmla="*/ 30280 h 418966"/>
              <a:gd name="connsiteX1" fmla="*/ 38168 w 3459193"/>
              <a:gd name="connsiteY1" fmla="*/ 2272 h 418966"/>
              <a:gd name="connsiteX2" fmla="*/ 3422930 w 3459193"/>
              <a:gd name="connsiteY2" fmla="*/ 367 h 418966"/>
              <a:gd name="connsiteX3" fmla="*/ 3457288 w 3459193"/>
              <a:gd name="connsiteY3" fmla="*/ 40440 h 418966"/>
              <a:gd name="connsiteX4" fmla="*/ 3459193 w 3459193"/>
              <a:gd name="connsiteY4" fmla="*/ 295073 h 418966"/>
              <a:gd name="connsiteX5" fmla="*/ 3301010 w 3459193"/>
              <a:gd name="connsiteY5" fmla="*/ 418966 h 418966"/>
              <a:gd name="connsiteX6" fmla="*/ 76268 w 3459193"/>
              <a:gd name="connsiteY6" fmla="*/ 418966 h 418966"/>
              <a:gd name="connsiteX7" fmla="*/ 0 w 3459193"/>
              <a:gd name="connsiteY7" fmla="*/ 342698 h 418966"/>
              <a:gd name="connsiteX8" fmla="*/ 2540 w 3459193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301010 w 3461098"/>
              <a:gd name="connsiteY5" fmla="*/ 418966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25529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4935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220778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7288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61098"/>
              <a:gd name="connsiteY0" fmla="*/ 30280 h 418966"/>
              <a:gd name="connsiteX1" fmla="*/ 38168 w 3461098"/>
              <a:gd name="connsiteY1" fmla="*/ 2272 h 418966"/>
              <a:gd name="connsiteX2" fmla="*/ 3422930 w 3461098"/>
              <a:gd name="connsiteY2" fmla="*/ 367 h 418966"/>
              <a:gd name="connsiteX3" fmla="*/ 3459194 w 3461098"/>
              <a:gd name="connsiteY3" fmla="*/ 40440 h 418966"/>
              <a:gd name="connsiteX4" fmla="*/ 3461098 w 3461098"/>
              <a:gd name="connsiteY4" fmla="*/ 196013 h 418966"/>
              <a:gd name="connsiteX5" fmla="*/ 3194330 w 3461098"/>
              <a:gd name="connsiteY5" fmla="*/ 417061 h 418966"/>
              <a:gd name="connsiteX6" fmla="*/ 76268 w 3461098"/>
              <a:gd name="connsiteY6" fmla="*/ 418966 h 418966"/>
              <a:gd name="connsiteX7" fmla="*/ 0 w 3461098"/>
              <a:gd name="connsiteY7" fmla="*/ 342698 h 418966"/>
              <a:gd name="connsiteX8" fmla="*/ 2540 w 3461098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342698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76268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2540 w 3459471"/>
              <a:gd name="connsiteY0" fmla="*/ 30280 h 418966"/>
              <a:gd name="connsiteX1" fmla="*/ 38168 w 3459471"/>
              <a:gd name="connsiteY1" fmla="*/ 2272 h 418966"/>
              <a:gd name="connsiteX2" fmla="*/ 3422930 w 3459471"/>
              <a:gd name="connsiteY2" fmla="*/ 367 h 418966"/>
              <a:gd name="connsiteX3" fmla="*/ 3459194 w 3459471"/>
              <a:gd name="connsiteY3" fmla="*/ 40440 h 418966"/>
              <a:gd name="connsiteX4" fmla="*/ 3459192 w 3459471"/>
              <a:gd name="connsiteY4" fmla="*/ 196013 h 418966"/>
              <a:gd name="connsiteX5" fmla="*/ 3194330 w 3459471"/>
              <a:gd name="connsiteY5" fmla="*/ 417061 h 418966"/>
              <a:gd name="connsiteX6" fmla="*/ 163946 w 3459471"/>
              <a:gd name="connsiteY6" fmla="*/ 418966 h 418966"/>
              <a:gd name="connsiteX7" fmla="*/ 0 w 3459471"/>
              <a:gd name="connsiteY7" fmla="*/ 255067 h 418966"/>
              <a:gd name="connsiteX8" fmla="*/ 2540 w 3459471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162040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2649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20363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8966"/>
              <a:gd name="connsiteX1" fmla="*/ 36262 w 3457565"/>
              <a:gd name="connsiteY1" fmla="*/ 2272 h 418966"/>
              <a:gd name="connsiteX2" fmla="*/ 3421024 w 3457565"/>
              <a:gd name="connsiteY2" fmla="*/ 367 h 418966"/>
              <a:gd name="connsiteX3" fmla="*/ 3457288 w 3457565"/>
              <a:gd name="connsiteY3" fmla="*/ 40440 h 418966"/>
              <a:gd name="connsiteX4" fmla="*/ 3457286 w 3457565"/>
              <a:gd name="connsiteY4" fmla="*/ 196013 h 418966"/>
              <a:gd name="connsiteX5" fmla="*/ 3192424 w 3457565"/>
              <a:gd name="connsiteY5" fmla="*/ 417061 h 418966"/>
              <a:gd name="connsiteX6" fmla="*/ 242094 w 3457565"/>
              <a:gd name="connsiteY6" fmla="*/ 418966 h 418966"/>
              <a:gd name="connsiteX7" fmla="*/ 0 w 3457565"/>
              <a:gd name="connsiteY7" fmla="*/ 192202 h 418966"/>
              <a:gd name="connsiteX8" fmla="*/ 634 w 3457565"/>
              <a:gd name="connsiteY8" fmla="*/ 30280 h 418966"/>
              <a:gd name="connsiteX0" fmla="*/ 634 w 3457565"/>
              <a:gd name="connsiteY0" fmla="*/ 30280 h 419252"/>
              <a:gd name="connsiteX1" fmla="*/ 36262 w 3457565"/>
              <a:gd name="connsiteY1" fmla="*/ 2272 h 419252"/>
              <a:gd name="connsiteX2" fmla="*/ 3421024 w 3457565"/>
              <a:gd name="connsiteY2" fmla="*/ 367 h 419252"/>
              <a:gd name="connsiteX3" fmla="*/ 3457288 w 3457565"/>
              <a:gd name="connsiteY3" fmla="*/ 40440 h 419252"/>
              <a:gd name="connsiteX4" fmla="*/ 3457286 w 3457565"/>
              <a:gd name="connsiteY4" fmla="*/ 196013 h 419252"/>
              <a:gd name="connsiteX5" fmla="*/ 3192424 w 3457565"/>
              <a:gd name="connsiteY5" fmla="*/ 417061 h 419252"/>
              <a:gd name="connsiteX6" fmla="*/ 242094 w 3457565"/>
              <a:gd name="connsiteY6" fmla="*/ 418966 h 419252"/>
              <a:gd name="connsiteX7" fmla="*/ 0 w 3457565"/>
              <a:gd name="connsiteY7" fmla="*/ 192202 h 419252"/>
              <a:gd name="connsiteX8" fmla="*/ 634 w 3457565"/>
              <a:gd name="connsiteY8" fmla="*/ 30280 h 419252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0280 h 417993"/>
              <a:gd name="connsiteX1" fmla="*/ 36262 w 3457565"/>
              <a:gd name="connsiteY1" fmla="*/ 2272 h 417993"/>
              <a:gd name="connsiteX2" fmla="*/ 3421024 w 3457565"/>
              <a:gd name="connsiteY2" fmla="*/ 367 h 417993"/>
              <a:gd name="connsiteX3" fmla="*/ 3457288 w 3457565"/>
              <a:gd name="connsiteY3" fmla="*/ 40440 h 417993"/>
              <a:gd name="connsiteX4" fmla="*/ 3457286 w 3457565"/>
              <a:gd name="connsiteY4" fmla="*/ 196013 h 417993"/>
              <a:gd name="connsiteX5" fmla="*/ 3192424 w 3457565"/>
              <a:gd name="connsiteY5" fmla="*/ 417061 h 417993"/>
              <a:gd name="connsiteX6" fmla="*/ 264967 w 3457565"/>
              <a:gd name="connsiteY6" fmla="*/ 417061 h 417993"/>
              <a:gd name="connsiteX7" fmla="*/ 0 w 3457565"/>
              <a:gd name="connsiteY7" fmla="*/ 192202 h 417993"/>
              <a:gd name="connsiteX8" fmla="*/ 634 w 3457565"/>
              <a:gd name="connsiteY8" fmla="*/ 30280 h 417993"/>
              <a:gd name="connsiteX0" fmla="*/ 634 w 3457565"/>
              <a:gd name="connsiteY0" fmla="*/ 3374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3740 h 417643"/>
              <a:gd name="connsiteX0" fmla="*/ 634 w 3457565"/>
              <a:gd name="connsiteY0" fmla="*/ 37550 h 417643"/>
              <a:gd name="connsiteX1" fmla="*/ 36262 w 3457565"/>
              <a:gd name="connsiteY1" fmla="*/ 1922 h 417643"/>
              <a:gd name="connsiteX2" fmla="*/ 3421024 w 3457565"/>
              <a:gd name="connsiteY2" fmla="*/ 17 h 417643"/>
              <a:gd name="connsiteX3" fmla="*/ 3457288 w 3457565"/>
              <a:gd name="connsiteY3" fmla="*/ 40090 h 417643"/>
              <a:gd name="connsiteX4" fmla="*/ 3457286 w 3457565"/>
              <a:gd name="connsiteY4" fmla="*/ 195663 h 417643"/>
              <a:gd name="connsiteX5" fmla="*/ 3192424 w 3457565"/>
              <a:gd name="connsiteY5" fmla="*/ 416711 h 417643"/>
              <a:gd name="connsiteX6" fmla="*/ 264967 w 3457565"/>
              <a:gd name="connsiteY6" fmla="*/ 416711 h 417643"/>
              <a:gd name="connsiteX7" fmla="*/ 0 w 3457565"/>
              <a:gd name="connsiteY7" fmla="*/ 191852 h 417643"/>
              <a:gd name="connsiteX8" fmla="*/ 634 w 3457565"/>
              <a:gd name="connsiteY8" fmla="*/ 37550 h 417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57565" h="417643">
                <a:moveTo>
                  <a:pt x="634" y="37550"/>
                </a:moveTo>
                <a:cubicBezTo>
                  <a:pt x="634" y="-4572"/>
                  <a:pt x="-5860" y="1922"/>
                  <a:pt x="36262" y="1922"/>
                </a:cubicBezTo>
                <a:lnTo>
                  <a:pt x="3421024" y="17"/>
                </a:lnTo>
                <a:cubicBezTo>
                  <a:pt x="3463146" y="17"/>
                  <a:pt x="3457288" y="-2032"/>
                  <a:pt x="3457288" y="40090"/>
                </a:cubicBezTo>
                <a:cubicBezTo>
                  <a:pt x="3457923" y="91948"/>
                  <a:pt x="3456651" y="143805"/>
                  <a:pt x="3457286" y="195663"/>
                </a:cubicBezTo>
                <a:cubicBezTo>
                  <a:pt x="3438236" y="363515"/>
                  <a:pt x="3278361" y="426236"/>
                  <a:pt x="3192424" y="416711"/>
                </a:cubicBezTo>
                <a:lnTo>
                  <a:pt x="264967" y="416711"/>
                </a:lnTo>
                <a:cubicBezTo>
                  <a:pt x="163757" y="426236"/>
                  <a:pt x="9530" y="344465"/>
                  <a:pt x="0" y="191852"/>
                </a:cubicBezTo>
                <a:cubicBezTo>
                  <a:pt x="847" y="87713"/>
                  <a:pt x="-213" y="141689"/>
                  <a:pt x="634" y="3755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8AD1B59-5E09-4EA6-6CF9-EF8BD632409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77075" y="6284058"/>
            <a:ext cx="228600" cy="228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3D718B3-8E7B-31AA-64B4-19CB59BF757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22015" y="6282318"/>
            <a:ext cx="228067" cy="2280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3F0596C-3A1F-44E5-7381-B86929DE9690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31486" y="6276838"/>
            <a:ext cx="228600" cy="2286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4BEBED8-2722-D87E-DD93-C85DC93A388C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05781" y="6282052"/>
            <a:ext cx="228600" cy="228600"/>
          </a:xfrm>
          <a:prstGeom prst="rect">
            <a:avLst/>
          </a:prstGeom>
        </p:spPr>
      </p:pic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3F1DC853-BC02-FDBA-85C9-2EFA201BE0EA}"/>
              </a:ext>
            </a:extLst>
          </p:cNvPr>
          <p:cNvCxnSpPr>
            <a:cxnSpLocks/>
          </p:cNvCxnSpPr>
          <p:nvPr/>
        </p:nvCxnSpPr>
        <p:spPr>
          <a:xfrm flipH="1">
            <a:off x="3641507" y="1318824"/>
            <a:ext cx="1330548" cy="4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EF7929BC-ABA5-1601-02E1-419480440EBE}"/>
              </a:ext>
            </a:extLst>
          </p:cNvPr>
          <p:cNvSpPr txBox="1"/>
          <p:nvPr/>
        </p:nvSpPr>
        <p:spPr>
          <a:xfrm>
            <a:off x="2672066" y="1124514"/>
            <a:ext cx="1018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male.png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FA9BF5B2-189D-D3CC-C9B8-5F0AB7919BFB}"/>
              </a:ext>
            </a:extLst>
          </p:cNvPr>
          <p:cNvCxnSpPr/>
          <p:nvPr/>
        </p:nvCxnSpPr>
        <p:spPr>
          <a:xfrm flipH="1">
            <a:off x="3786028" y="1679245"/>
            <a:ext cx="8821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828ACC5C-B0FA-FC9F-9C68-C8E44C8655FE}"/>
              </a:ext>
            </a:extLst>
          </p:cNvPr>
          <p:cNvSpPr txBox="1"/>
          <p:nvPr/>
        </p:nvSpPr>
        <p:spPr>
          <a:xfrm>
            <a:off x="2666775" y="1480215"/>
            <a:ext cx="1122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numOfCard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733EDEAA-C9A7-A7C4-08E8-A20EAD018B1B}"/>
              </a:ext>
            </a:extLst>
          </p:cNvPr>
          <p:cNvCxnSpPr/>
          <p:nvPr/>
        </p:nvCxnSpPr>
        <p:spPr>
          <a:xfrm flipH="1">
            <a:off x="3891796" y="1105748"/>
            <a:ext cx="8821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04D0DF39-C227-B337-79D6-E6F15FA9F014}"/>
              </a:ext>
            </a:extLst>
          </p:cNvPr>
          <p:cNvSpPr txBox="1"/>
          <p:nvPr/>
        </p:nvSpPr>
        <p:spPr>
          <a:xfrm>
            <a:off x="2913301" y="906718"/>
            <a:ext cx="1018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user.png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C1BE7678-089D-6444-CA8B-F0C99C5678DC}"/>
              </a:ext>
            </a:extLst>
          </p:cNvPr>
          <p:cNvCxnSpPr/>
          <p:nvPr/>
        </p:nvCxnSpPr>
        <p:spPr>
          <a:xfrm>
            <a:off x="7557951" y="2047464"/>
            <a:ext cx="7763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51DAD455-4B5B-6DA4-93B5-677FCE5EB87B}"/>
              </a:ext>
            </a:extLst>
          </p:cNvPr>
          <p:cNvSpPr txBox="1"/>
          <p:nvPr/>
        </p:nvSpPr>
        <p:spPr>
          <a:xfrm>
            <a:off x="8360209" y="1859071"/>
            <a:ext cx="1018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showMore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6B719698-AFE9-D703-41AD-B1A7AF71E986}"/>
              </a:ext>
            </a:extLst>
          </p:cNvPr>
          <p:cNvCxnSpPr/>
          <p:nvPr/>
        </p:nvCxnSpPr>
        <p:spPr>
          <a:xfrm>
            <a:off x="7528618" y="1216367"/>
            <a:ext cx="7763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A434728B-0CDF-96BA-F9FE-A74C53A51F6F}"/>
              </a:ext>
            </a:extLst>
          </p:cNvPr>
          <p:cNvSpPr txBox="1"/>
          <p:nvPr/>
        </p:nvSpPr>
        <p:spPr>
          <a:xfrm>
            <a:off x="8330876" y="1027974"/>
            <a:ext cx="1330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qr-code.png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EC034677-8D58-22B4-C626-942C19168A8E}"/>
              </a:ext>
            </a:extLst>
          </p:cNvPr>
          <p:cNvCxnSpPr>
            <a:cxnSpLocks/>
          </p:cNvCxnSpPr>
          <p:nvPr/>
        </p:nvCxnSpPr>
        <p:spPr>
          <a:xfrm flipV="1">
            <a:off x="5732595" y="251293"/>
            <a:ext cx="2733225" cy="7236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433DA776-072C-4E29-7E70-6B3B3B1B4DD1}"/>
              </a:ext>
            </a:extLst>
          </p:cNvPr>
          <p:cNvSpPr txBox="1"/>
          <p:nvPr/>
        </p:nvSpPr>
        <p:spPr>
          <a:xfrm>
            <a:off x="8486302" y="45172"/>
            <a:ext cx="1018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username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8CA0F01F-A1B0-8960-02F0-9453C84436D1}"/>
              </a:ext>
            </a:extLst>
          </p:cNvPr>
          <p:cNvCxnSpPr/>
          <p:nvPr/>
        </p:nvCxnSpPr>
        <p:spPr>
          <a:xfrm>
            <a:off x="7519902" y="2475073"/>
            <a:ext cx="7763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82103CFC-7284-C382-1F47-06852F5F2C9C}"/>
              </a:ext>
            </a:extLst>
          </p:cNvPr>
          <p:cNvSpPr txBox="1"/>
          <p:nvPr/>
        </p:nvSpPr>
        <p:spPr>
          <a:xfrm>
            <a:off x="8322160" y="2286680"/>
            <a:ext cx="9140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toBeVIP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16AAA550-32B5-A14A-86A8-BE2067803F28}"/>
              </a:ext>
            </a:extLst>
          </p:cNvPr>
          <p:cNvCxnSpPr/>
          <p:nvPr/>
        </p:nvCxnSpPr>
        <p:spPr>
          <a:xfrm>
            <a:off x="7538001" y="4629051"/>
            <a:ext cx="7763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FCCAFC7F-3D83-672B-0D28-C82BDFE13C99}"/>
              </a:ext>
            </a:extLst>
          </p:cNvPr>
          <p:cNvSpPr txBox="1"/>
          <p:nvPr/>
        </p:nvSpPr>
        <p:spPr>
          <a:xfrm>
            <a:off x="8340259" y="4440658"/>
            <a:ext cx="14350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moreFunction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33FB4A7F-F78D-55C4-5918-AFAB526DAE51}"/>
              </a:ext>
            </a:extLst>
          </p:cNvPr>
          <p:cNvCxnSpPr/>
          <p:nvPr/>
        </p:nvCxnSpPr>
        <p:spPr>
          <a:xfrm>
            <a:off x="7636047" y="3339848"/>
            <a:ext cx="7763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6707755A-A999-DCF3-096C-F4E1EB9256B9}"/>
              </a:ext>
            </a:extLst>
          </p:cNvPr>
          <p:cNvSpPr txBox="1"/>
          <p:nvPr/>
        </p:nvSpPr>
        <p:spPr>
          <a:xfrm>
            <a:off x="8438305" y="3151455"/>
            <a:ext cx="1330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moreOptions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33EC66E-FB99-6C04-F54A-B84EEAA5933B}"/>
              </a:ext>
            </a:extLst>
          </p:cNvPr>
          <p:cNvCxnSpPr>
            <a:cxnSpLocks/>
          </p:cNvCxnSpPr>
          <p:nvPr/>
        </p:nvCxnSpPr>
        <p:spPr>
          <a:xfrm flipV="1">
            <a:off x="6069499" y="682621"/>
            <a:ext cx="2236301" cy="4370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BABE2BF-1A20-AF09-37E2-9B8C64C36706}"/>
              </a:ext>
            </a:extLst>
          </p:cNvPr>
          <p:cNvSpPr txBox="1"/>
          <p:nvPr/>
        </p:nvSpPr>
        <p:spPr>
          <a:xfrm>
            <a:off x="8311042" y="470741"/>
            <a:ext cx="1018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edit.png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16C99A8-7250-BAC9-386B-09B091B04C7C}"/>
              </a:ext>
            </a:extLst>
          </p:cNvPr>
          <p:cNvCxnSpPr/>
          <p:nvPr/>
        </p:nvCxnSpPr>
        <p:spPr>
          <a:xfrm flipH="1">
            <a:off x="3911068" y="2497109"/>
            <a:ext cx="8821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471BC80-8141-83CA-E5EA-2D825A54E8DD}"/>
              </a:ext>
            </a:extLst>
          </p:cNvPr>
          <p:cNvSpPr txBox="1"/>
          <p:nvPr/>
        </p:nvSpPr>
        <p:spPr>
          <a:xfrm>
            <a:off x="2830721" y="2286680"/>
            <a:ext cx="1122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crown.png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825118D-3ACC-9967-1EBC-D20E8E8B38BB}"/>
              </a:ext>
            </a:extLst>
          </p:cNvPr>
          <p:cNvCxnSpPr>
            <a:cxnSpLocks/>
          </p:cNvCxnSpPr>
          <p:nvPr/>
        </p:nvCxnSpPr>
        <p:spPr>
          <a:xfrm>
            <a:off x="5355649" y="1386424"/>
            <a:ext cx="2937271" cy="2739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FF2A1157-66CF-1521-862B-AF802E1DD342}"/>
              </a:ext>
            </a:extLst>
          </p:cNvPr>
          <p:cNvSpPr txBox="1"/>
          <p:nvPr/>
        </p:nvSpPr>
        <p:spPr>
          <a:xfrm>
            <a:off x="8341416" y="1463884"/>
            <a:ext cx="1330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diamond.png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58A5D1D-6729-E99F-F991-386F928C3FD0}"/>
              </a:ext>
            </a:extLst>
          </p:cNvPr>
          <p:cNvCxnSpPr/>
          <p:nvPr/>
        </p:nvCxnSpPr>
        <p:spPr>
          <a:xfrm flipH="1">
            <a:off x="4034139" y="3006779"/>
            <a:ext cx="8821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42D08180-4C34-FD4A-856B-D2253D1BC0D9}"/>
              </a:ext>
            </a:extLst>
          </p:cNvPr>
          <p:cNvSpPr txBox="1"/>
          <p:nvPr/>
        </p:nvSpPr>
        <p:spPr>
          <a:xfrm>
            <a:off x="2953792" y="2796350"/>
            <a:ext cx="1122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score.png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A535E2E-8E62-57F6-0D7E-8B0670F6AAFA}"/>
              </a:ext>
            </a:extLst>
          </p:cNvPr>
          <p:cNvCxnSpPr>
            <a:cxnSpLocks/>
            <a:stCxn id="56" idx="3"/>
          </p:cNvCxnSpPr>
          <p:nvPr/>
        </p:nvCxnSpPr>
        <p:spPr>
          <a:xfrm flipH="1">
            <a:off x="3438625" y="3182685"/>
            <a:ext cx="2545002" cy="194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E7104C9C-836F-13D0-AAB9-D49A076985F5}"/>
              </a:ext>
            </a:extLst>
          </p:cNvPr>
          <p:cNvSpPr txBox="1"/>
          <p:nvPr/>
        </p:nvSpPr>
        <p:spPr>
          <a:xfrm>
            <a:off x="1763918" y="2991697"/>
            <a:ext cx="17475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credit-card.png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DE7287FF-B68F-E757-4A22-ABDE00F39B8B}"/>
              </a:ext>
            </a:extLst>
          </p:cNvPr>
          <p:cNvCxnSpPr>
            <a:cxnSpLocks/>
          </p:cNvCxnSpPr>
          <p:nvPr/>
        </p:nvCxnSpPr>
        <p:spPr>
          <a:xfrm>
            <a:off x="7307435" y="3041293"/>
            <a:ext cx="8615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54C399BC-2476-AA9F-4918-3955B3FA7C9D}"/>
              </a:ext>
            </a:extLst>
          </p:cNvPr>
          <p:cNvSpPr txBox="1"/>
          <p:nvPr/>
        </p:nvSpPr>
        <p:spPr>
          <a:xfrm>
            <a:off x="8194868" y="2852900"/>
            <a:ext cx="14350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discount.png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4C1B5545-E7AA-F073-CD1C-5A564C4A09F5}"/>
              </a:ext>
            </a:extLst>
          </p:cNvPr>
          <p:cNvCxnSpPr/>
          <p:nvPr/>
        </p:nvCxnSpPr>
        <p:spPr>
          <a:xfrm flipH="1">
            <a:off x="3930783" y="4125885"/>
            <a:ext cx="8821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AEDA9AF0-6075-8FE0-0426-CC5EE619EAD9}"/>
              </a:ext>
            </a:extLst>
          </p:cNvPr>
          <p:cNvSpPr txBox="1"/>
          <p:nvPr/>
        </p:nvSpPr>
        <p:spPr>
          <a:xfrm>
            <a:off x="2377996" y="3915456"/>
            <a:ext cx="15392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p-myOrder.png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BAC3E083-C583-735C-FEA2-700A25AF73BA}"/>
              </a:ext>
            </a:extLst>
          </p:cNvPr>
          <p:cNvCxnSpPr/>
          <p:nvPr/>
        </p:nvCxnSpPr>
        <p:spPr>
          <a:xfrm flipH="1">
            <a:off x="3919755" y="4948458"/>
            <a:ext cx="8821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25260849-B8D6-C73F-903A-13E44816D011}"/>
              </a:ext>
            </a:extLst>
          </p:cNvPr>
          <p:cNvSpPr txBox="1"/>
          <p:nvPr/>
        </p:nvSpPr>
        <p:spPr>
          <a:xfrm>
            <a:off x="2366968" y="4738029"/>
            <a:ext cx="15392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p-address.png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F06A6535-DD6C-2396-EA19-19149FA6CCBD}"/>
              </a:ext>
            </a:extLst>
          </p:cNvPr>
          <p:cNvCxnSpPr/>
          <p:nvPr/>
        </p:nvCxnSpPr>
        <p:spPr>
          <a:xfrm flipH="1">
            <a:off x="3901694" y="5774638"/>
            <a:ext cx="8821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BFEABBFC-E3DB-39D1-E716-35A257968630}"/>
              </a:ext>
            </a:extLst>
          </p:cNvPr>
          <p:cNvSpPr txBox="1"/>
          <p:nvPr/>
        </p:nvSpPr>
        <p:spPr>
          <a:xfrm>
            <a:off x="2326047" y="5564209"/>
            <a:ext cx="16433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p-groupBuy.png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66CC6DCB-1DDA-C4EE-5BE3-915BC24CE7CD}"/>
              </a:ext>
            </a:extLst>
          </p:cNvPr>
          <p:cNvCxnSpPr/>
          <p:nvPr/>
        </p:nvCxnSpPr>
        <p:spPr>
          <a:xfrm>
            <a:off x="7370621" y="4140520"/>
            <a:ext cx="7763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A4FEDB74-2D3B-F6DF-D8A0-41ABD278EB1B}"/>
              </a:ext>
            </a:extLst>
          </p:cNvPr>
          <p:cNvSpPr txBox="1"/>
          <p:nvPr/>
        </p:nvSpPr>
        <p:spPr>
          <a:xfrm>
            <a:off x="8172879" y="3952127"/>
            <a:ext cx="12266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p-cart.png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AFEA3137-DEFD-2275-CDD5-D84C187B643A}"/>
              </a:ext>
            </a:extLst>
          </p:cNvPr>
          <p:cNvCxnSpPr/>
          <p:nvPr/>
        </p:nvCxnSpPr>
        <p:spPr>
          <a:xfrm>
            <a:off x="7370621" y="4927703"/>
            <a:ext cx="7763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9DEB92D8-CC81-594E-7615-ACC58567D79A}"/>
              </a:ext>
            </a:extLst>
          </p:cNvPr>
          <p:cNvSpPr txBox="1"/>
          <p:nvPr/>
        </p:nvSpPr>
        <p:spPr>
          <a:xfrm>
            <a:off x="8172879" y="4739310"/>
            <a:ext cx="15392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p-promote.png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0CAF50DE-9547-BAAC-FF3A-50AF9AFBA5D0}"/>
              </a:ext>
            </a:extLst>
          </p:cNvPr>
          <p:cNvCxnSpPr/>
          <p:nvPr/>
        </p:nvCxnSpPr>
        <p:spPr>
          <a:xfrm>
            <a:off x="7516543" y="5741541"/>
            <a:ext cx="7763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2AD11C23-B1D3-3A5B-CA7E-28D2E7E9E072}"/>
              </a:ext>
            </a:extLst>
          </p:cNvPr>
          <p:cNvSpPr txBox="1"/>
          <p:nvPr/>
        </p:nvSpPr>
        <p:spPr>
          <a:xfrm>
            <a:off x="8318801" y="5553148"/>
            <a:ext cx="15392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FangSong" panose="02010609060101010101" pitchFamily="49" charset="-122"/>
                <a:ea typeface="FangSong" panose="02010609060101010101" pitchFamily="49" charset="-122"/>
              </a:rPr>
              <a:t>p-vipCard.png</a:t>
            </a:r>
            <a:endParaRPr lang="en-US" sz="1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2649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2115</TotalTime>
  <Words>1350</Words>
  <Application>Microsoft Office PowerPoint</Application>
  <PresentationFormat>Widescreen</PresentationFormat>
  <Paragraphs>417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FangSong</vt:lpstr>
      <vt:lpstr>SimHei</vt:lpstr>
      <vt:lpstr>Aptos</vt:lpstr>
      <vt:lpstr>Aptos Display</vt:lpstr>
      <vt:lpstr>Aptos Narrow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Yap ChaiYing</dc:creator>
  <cp:lastModifiedBy>Yap ChaiYing</cp:lastModifiedBy>
  <cp:revision>264</cp:revision>
  <dcterms:created xsi:type="dcterms:W3CDTF">2025-11-20T00:22:07Z</dcterms:created>
  <dcterms:modified xsi:type="dcterms:W3CDTF">2026-03-09T09:49:23Z</dcterms:modified>
</cp:coreProperties>
</file>